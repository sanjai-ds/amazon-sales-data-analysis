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14"/>
  </p:notesMasterIdLst>
  <p:sldIdLst>
    <p:sldId id="258" r:id="rId2"/>
    <p:sldId id="267" r:id="rId3"/>
    <p:sldId id="256" r:id="rId4"/>
    <p:sldId id="260" r:id="rId5"/>
    <p:sldId id="257" r:id="rId6"/>
    <p:sldId id="261" r:id="rId7"/>
    <p:sldId id="262" r:id="rId8"/>
    <p:sldId id="263" r:id="rId9"/>
    <p:sldId id="259" r:id="rId10"/>
    <p:sldId id="266"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8C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FF0F96-0F5F-4CC3-8836-627A5481062B}" v="49" dt="2026-03-30T13:37:58.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I S" userId="bea9d504f612344b" providerId="LiveId" clId="{6E549531-A263-442A-9752-C8D7DF97FC94}"/>
    <pc:docChg chg="undo custSel addSld modSld">
      <pc:chgData name="SANJAI S" userId="bea9d504f612344b" providerId="LiveId" clId="{6E549531-A263-442A-9752-C8D7DF97FC94}" dt="2026-03-30T13:37:58.198" v="706"/>
      <pc:docMkLst>
        <pc:docMk/>
      </pc:docMkLst>
      <pc:sldChg chg="modSp mod">
        <pc:chgData name="SANJAI S" userId="bea9d504f612344b" providerId="LiveId" clId="{6E549531-A263-442A-9752-C8D7DF97FC94}" dt="2026-03-30T13:09:00.474" v="256" actId="27636"/>
        <pc:sldMkLst>
          <pc:docMk/>
          <pc:sldMk cId="3931381503" sldId="256"/>
        </pc:sldMkLst>
        <pc:spChg chg="mod">
          <ac:chgData name="SANJAI S" userId="bea9d504f612344b" providerId="LiveId" clId="{6E549531-A263-442A-9752-C8D7DF97FC94}" dt="2026-03-30T13:09:00.474" v="256" actId="27636"/>
          <ac:spMkLst>
            <pc:docMk/>
            <pc:sldMk cId="3931381503" sldId="256"/>
            <ac:spMk id="3" creationId="{660199F7-AD20-9D8C-7CA9-D6CB5E209D47}"/>
          </ac:spMkLst>
        </pc:spChg>
      </pc:sldChg>
      <pc:sldChg chg="delSp delDesignElem">
        <pc:chgData name="SANJAI S" userId="bea9d504f612344b" providerId="LiveId" clId="{6E549531-A263-442A-9752-C8D7DF97FC94}" dt="2026-03-30T13:08:50.531" v="252"/>
        <pc:sldMkLst>
          <pc:docMk/>
          <pc:sldMk cId="1035664644" sldId="257"/>
        </pc:sldMkLst>
        <pc:spChg chg="del">
          <ac:chgData name="SANJAI S" userId="bea9d504f612344b" providerId="LiveId" clId="{6E549531-A263-442A-9752-C8D7DF97FC94}" dt="2026-03-30T13:08:50.531" v="252"/>
          <ac:spMkLst>
            <pc:docMk/>
            <pc:sldMk cId="1035664644" sldId="257"/>
            <ac:spMk id="34" creationId="{989BE678-777B-482A-A616-FEDC47B162E5}"/>
          </ac:spMkLst>
        </pc:spChg>
        <pc:spChg chg="del">
          <ac:chgData name="SANJAI S" userId="bea9d504f612344b" providerId="LiveId" clId="{6E549531-A263-442A-9752-C8D7DF97FC94}" dt="2026-03-30T13:08:50.531" v="252"/>
          <ac:spMkLst>
            <pc:docMk/>
            <pc:sldMk cId="1035664644" sldId="257"/>
            <ac:spMk id="40" creationId="{D28BE0C3-2102-4820-B88B-A448B1840D14}"/>
          </ac:spMkLst>
        </pc:spChg>
        <pc:spChg chg="del">
          <ac:chgData name="SANJAI S" userId="bea9d504f612344b" providerId="LiveId" clId="{6E549531-A263-442A-9752-C8D7DF97FC94}" dt="2026-03-30T13:08:50.531" v="252"/>
          <ac:spMkLst>
            <pc:docMk/>
            <pc:sldMk cId="1035664644" sldId="257"/>
            <ac:spMk id="42" creationId="{A93A089E-0A16-452C-B341-0F769780D262}"/>
          </ac:spMkLst>
        </pc:spChg>
        <pc:picChg chg="del">
          <ac:chgData name="SANJAI S" userId="bea9d504f612344b" providerId="LiveId" clId="{6E549531-A263-442A-9752-C8D7DF97FC94}" dt="2026-03-30T13:08:50.531" v="252"/>
          <ac:picMkLst>
            <pc:docMk/>
            <pc:sldMk cId="1035664644" sldId="257"/>
            <ac:picMk id="30" creationId="{DF19BAF3-7E20-4B9D-B544-BABAEEA1FA75}"/>
          </ac:picMkLst>
        </pc:picChg>
        <pc:picChg chg="del">
          <ac:chgData name="SANJAI S" userId="bea9d504f612344b" providerId="LiveId" clId="{6E549531-A263-442A-9752-C8D7DF97FC94}" dt="2026-03-30T13:08:50.531" v="252"/>
          <ac:picMkLst>
            <pc:docMk/>
            <pc:sldMk cId="1035664644" sldId="257"/>
            <ac:picMk id="32" creationId="{950648F4-ABCD-4DF0-8641-76CFB2354721}"/>
          </ac:picMkLst>
        </pc:picChg>
        <pc:picChg chg="del">
          <ac:chgData name="SANJAI S" userId="bea9d504f612344b" providerId="LiveId" clId="{6E549531-A263-442A-9752-C8D7DF97FC94}" dt="2026-03-30T13:08:50.531" v="252"/>
          <ac:picMkLst>
            <pc:docMk/>
            <pc:sldMk cId="1035664644" sldId="257"/>
            <ac:picMk id="36" creationId="{CF1EB4BD-9C7E-4AA3-9681-C7EB0DA6250B}"/>
          </ac:picMkLst>
        </pc:picChg>
        <pc:picChg chg="del">
          <ac:chgData name="SANJAI S" userId="bea9d504f612344b" providerId="LiveId" clId="{6E549531-A263-442A-9752-C8D7DF97FC94}" dt="2026-03-30T13:08:50.531" v="252"/>
          <ac:picMkLst>
            <pc:docMk/>
            <pc:sldMk cId="1035664644" sldId="257"/>
            <ac:picMk id="38" creationId="{94AAE3AA-3759-4D28-B0EF-575F25A5146C}"/>
          </ac:picMkLst>
        </pc:picChg>
      </pc:sldChg>
      <pc:sldChg chg="addSp delSp modSp mod modTransition setBg setClrOvrMap delDesignElem">
        <pc:chgData name="SANJAI S" userId="bea9d504f612344b" providerId="LiveId" clId="{6E549531-A263-442A-9752-C8D7DF97FC94}" dt="2026-03-30T13:37:58.198" v="706"/>
        <pc:sldMkLst>
          <pc:docMk/>
          <pc:sldMk cId="1593572748" sldId="258"/>
        </pc:sldMkLst>
        <pc:spChg chg="mod">
          <ac:chgData name="SANJAI S" userId="bea9d504f612344b" providerId="LiveId" clId="{6E549531-A263-442A-9752-C8D7DF97FC94}" dt="2026-03-30T13:25:58.337" v="325" actId="26606"/>
          <ac:spMkLst>
            <pc:docMk/>
            <pc:sldMk cId="1593572748" sldId="258"/>
            <ac:spMk id="2" creationId="{F5CC5447-9010-31A3-7579-064F6727E52A}"/>
          </ac:spMkLst>
        </pc:spChg>
        <pc:spChg chg="del">
          <ac:chgData name="SANJAI S" userId="bea9d504f612344b" providerId="LiveId" clId="{6E549531-A263-442A-9752-C8D7DF97FC94}" dt="2026-03-30T13:08:50.531" v="252"/>
          <ac:spMkLst>
            <pc:docMk/>
            <pc:sldMk cId="1593572748" sldId="258"/>
            <ac:spMk id="13" creationId="{4AC0CD9D-7610-4620-93B4-798CCD9AB581}"/>
          </ac:spMkLst>
        </pc:spChg>
        <pc:spChg chg="del">
          <ac:chgData name="SANJAI S" userId="bea9d504f612344b" providerId="LiveId" clId="{6E549531-A263-442A-9752-C8D7DF97FC94}" dt="2026-03-30T13:08:50.531" v="252"/>
          <ac:spMkLst>
            <pc:docMk/>
            <pc:sldMk cId="1593572748" sldId="258"/>
            <ac:spMk id="19" creationId="{DE4D62F9-188E-4530-84C2-24BDEE4BEB82}"/>
          </ac:spMkLst>
        </pc:spChg>
        <pc:spChg chg="del">
          <ac:chgData name="SANJAI S" userId="bea9d504f612344b" providerId="LiveId" clId="{6E549531-A263-442A-9752-C8D7DF97FC94}" dt="2026-03-30T13:08:50.531" v="252"/>
          <ac:spMkLst>
            <pc:docMk/>
            <pc:sldMk cId="1593572748" sldId="258"/>
            <ac:spMk id="21" creationId="{C6A81905-F480-46A4-BC10-215D24EA1AE6}"/>
          </ac:spMkLst>
        </pc:spChg>
        <pc:spChg chg="del">
          <ac:chgData name="SANJAI S" userId="bea9d504f612344b" providerId="LiveId" clId="{6E549531-A263-442A-9752-C8D7DF97FC94}" dt="2026-03-30T13:08:50.531" v="252"/>
          <ac:spMkLst>
            <pc:docMk/>
            <pc:sldMk cId="1593572748" sldId="258"/>
            <ac:spMk id="23" creationId="{36FD4D9D-3784-41E8-8405-A42B72F51331}"/>
          </ac:spMkLst>
        </pc:spChg>
        <pc:spChg chg="del">
          <ac:chgData name="SANJAI S" userId="bea9d504f612344b" providerId="LiveId" clId="{6E549531-A263-442A-9752-C8D7DF97FC94}" dt="2026-03-30T13:08:50.531" v="252"/>
          <ac:spMkLst>
            <pc:docMk/>
            <pc:sldMk cId="1593572748" sldId="258"/>
            <ac:spMk id="25" creationId="{09811DF6-66E4-43D5-B564-3151796531ED}"/>
          </ac:spMkLst>
        </pc:spChg>
        <pc:spChg chg="del">
          <ac:chgData name="SANJAI S" userId="bea9d504f612344b" providerId="LiveId" clId="{6E549531-A263-442A-9752-C8D7DF97FC94}" dt="2026-03-30T13:08:50.531" v="252"/>
          <ac:spMkLst>
            <pc:docMk/>
            <pc:sldMk cId="1593572748" sldId="258"/>
            <ac:spMk id="27" creationId="{60817A52-B891-4228-A61E-0C0A57632DDA}"/>
          </ac:spMkLst>
        </pc:spChg>
        <pc:spChg chg="add del">
          <ac:chgData name="SANJAI S" userId="bea9d504f612344b" providerId="LiveId" clId="{6E549531-A263-442A-9752-C8D7DF97FC94}" dt="2026-03-30T13:36:09.704" v="694"/>
          <ac:spMkLst>
            <pc:docMk/>
            <pc:sldMk cId="1593572748" sldId="258"/>
            <ac:spMk id="43" creationId="{4AC0CD9D-7610-4620-93B4-798CCD9AB581}"/>
          </ac:spMkLst>
        </pc:spChg>
        <pc:spChg chg="add del">
          <ac:chgData name="SANJAI S" userId="bea9d504f612344b" providerId="LiveId" clId="{6E549531-A263-442A-9752-C8D7DF97FC94}" dt="2026-03-30T13:25:48.444" v="317" actId="26606"/>
          <ac:spMkLst>
            <pc:docMk/>
            <pc:sldMk cId="1593572748" sldId="258"/>
            <ac:spMk id="48" creationId="{4AC0CD9D-7610-4620-93B4-798CCD9AB581}"/>
          </ac:spMkLst>
        </pc:spChg>
        <pc:spChg chg="add del">
          <ac:chgData name="SANJAI S" userId="bea9d504f612344b" providerId="LiveId" clId="{6E549531-A263-442A-9752-C8D7DF97FC94}" dt="2026-03-30T13:36:09.704" v="694"/>
          <ac:spMkLst>
            <pc:docMk/>
            <pc:sldMk cId="1593572748" sldId="258"/>
            <ac:spMk id="49" creationId="{DE4D62F9-188E-4530-84C2-24BDEE4BEB82}"/>
          </ac:spMkLst>
        </pc:spChg>
        <pc:spChg chg="add del">
          <ac:chgData name="SANJAI S" userId="bea9d504f612344b" providerId="LiveId" clId="{6E549531-A263-442A-9752-C8D7DF97FC94}" dt="2026-03-30T13:25:48.444" v="317" actId="26606"/>
          <ac:spMkLst>
            <pc:docMk/>
            <pc:sldMk cId="1593572748" sldId="258"/>
            <ac:spMk id="54" creationId="{DE4D62F9-188E-4530-84C2-24BDEE4BEB82}"/>
          </ac:spMkLst>
        </pc:spChg>
        <pc:spChg chg="add del">
          <ac:chgData name="SANJAI S" userId="bea9d504f612344b" providerId="LiveId" clId="{6E549531-A263-442A-9752-C8D7DF97FC94}" dt="2026-03-30T13:25:48.444" v="317" actId="26606"/>
          <ac:spMkLst>
            <pc:docMk/>
            <pc:sldMk cId="1593572748" sldId="258"/>
            <ac:spMk id="56" creationId="{0E6056D0-E108-4E19-B8E1-EDAA5D5ABF54}"/>
          </ac:spMkLst>
        </pc:spChg>
        <pc:spChg chg="add del">
          <ac:chgData name="SANJAI S" userId="bea9d504f612344b" providerId="LiveId" clId="{6E549531-A263-442A-9752-C8D7DF97FC94}" dt="2026-03-30T13:25:48.444" v="317" actId="26606"/>
          <ac:spMkLst>
            <pc:docMk/>
            <pc:sldMk cId="1593572748" sldId="258"/>
            <ac:spMk id="58" creationId="{2A89C280-86C2-464A-954C-30642A2DDE5B}"/>
          </ac:spMkLst>
        </pc:spChg>
        <pc:spChg chg="add del">
          <ac:chgData name="SANJAI S" userId="bea9d504f612344b" providerId="LiveId" clId="{6E549531-A263-442A-9752-C8D7DF97FC94}" dt="2026-03-30T13:25:48.444" v="317" actId="26606"/>
          <ac:spMkLst>
            <pc:docMk/>
            <pc:sldMk cId="1593572748" sldId="258"/>
            <ac:spMk id="60" creationId="{7DD8A999-7B8E-4120-8AEF-70855B6AD805}"/>
          </ac:spMkLst>
        </pc:spChg>
        <pc:picChg chg="del">
          <ac:chgData name="SANJAI S" userId="bea9d504f612344b" providerId="LiveId" clId="{6E549531-A263-442A-9752-C8D7DF97FC94}" dt="2026-03-30T13:08:50.531" v="252"/>
          <ac:picMkLst>
            <pc:docMk/>
            <pc:sldMk cId="1593572748" sldId="258"/>
            <ac:picMk id="9" creationId="{41B68C77-138E-4BF7-A276-BD0C78A4219F}"/>
          </ac:picMkLst>
        </pc:picChg>
        <pc:picChg chg="del">
          <ac:chgData name="SANJAI S" userId="bea9d504f612344b" providerId="LiveId" clId="{6E549531-A263-442A-9752-C8D7DF97FC94}" dt="2026-03-30T13:08:50.531" v="252"/>
          <ac:picMkLst>
            <pc:docMk/>
            <pc:sldMk cId="1593572748" sldId="258"/>
            <ac:picMk id="11" creationId="{7C268552-D473-46ED-B1B8-422042C4DEF1}"/>
          </ac:picMkLst>
        </pc:picChg>
        <pc:picChg chg="del">
          <ac:chgData name="SANJAI S" userId="bea9d504f612344b" providerId="LiveId" clId="{6E549531-A263-442A-9752-C8D7DF97FC94}" dt="2026-03-30T13:08:50.531" v="252"/>
          <ac:picMkLst>
            <pc:docMk/>
            <pc:sldMk cId="1593572748" sldId="258"/>
            <ac:picMk id="15" creationId="{B9238B3E-24AA-439A-B527-6C5DF6D72145}"/>
          </ac:picMkLst>
        </pc:picChg>
        <pc:picChg chg="del">
          <ac:chgData name="SANJAI S" userId="bea9d504f612344b" providerId="LiveId" clId="{6E549531-A263-442A-9752-C8D7DF97FC94}" dt="2026-03-30T13:08:50.531" v="252"/>
          <ac:picMkLst>
            <pc:docMk/>
            <pc:sldMk cId="1593572748" sldId="258"/>
            <ac:picMk id="17" creationId="{69F01145-BEA3-4CBF-AA21-10077B948CA8}"/>
          </ac:picMkLst>
        </pc:picChg>
        <pc:picChg chg="mod">
          <ac:chgData name="SANJAI S" userId="bea9d504f612344b" providerId="LiveId" clId="{6E549531-A263-442A-9752-C8D7DF97FC94}" dt="2026-03-30T13:25:58.337" v="325" actId="26606"/>
          <ac:picMkLst>
            <pc:docMk/>
            <pc:sldMk cId="1593572748" sldId="258"/>
            <ac:picMk id="39" creationId="{58CFD94F-E028-7976-2B32-02754D182CB2}"/>
          </ac:picMkLst>
        </pc:picChg>
        <pc:picChg chg="add del">
          <ac:chgData name="SANJAI S" userId="bea9d504f612344b" providerId="LiveId" clId="{6E549531-A263-442A-9752-C8D7DF97FC94}" dt="2026-03-30T13:36:09.704" v="694"/>
          <ac:picMkLst>
            <pc:docMk/>
            <pc:sldMk cId="1593572748" sldId="258"/>
            <ac:picMk id="41" creationId="{41B68C77-138E-4BF7-A276-BD0C78A4219F}"/>
          </ac:picMkLst>
        </pc:picChg>
        <pc:picChg chg="add del">
          <ac:chgData name="SANJAI S" userId="bea9d504f612344b" providerId="LiveId" clId="{6E549531-A263-442A-9752-C8D7DF97FC94}" dt="2026-03-30T13:36:09.704" v="694"/>
          <ac:picMkLst>
            <pc:docMk/>
            <pc:sldMk cId="1593572748" sldId="258"/>
            <ac:picMk id="42" creationId="{7C268552-D473-46ED-B1B8-422042C4DEF1}"/>
          </ac:picMkLst>
        </pc:picChg>
        <pc:picChg chg="add del">
          <ac:chgData name="SANJAI S" userId="bea9d504f612344b" providerId="LiveId" clId="{6E549531-A263-442A-9752-C8D7DF97FC94}" dt="2026-03-30T13:25:48.444" v="317" actId="26606"/>
          <ac:picMkLst>
            <pc:docMk/>
            <pc:sldMk cId="1593572748" sldId="258"/>
            <ac:picMk id="44" creationId="{41B68C77-138E-4BF7-A276-BD0C78A4219F}"/>
          </ac:picMkLst>
        </pc:picChg>
        <pc:picChg chg="add del">
          <ac:chgData name="SANJAI S" userId="bea9d504f612344b" providerId="LiveId" clId="{6E549531-A263-442A-9752-C8D7DF97FC94}" dt="2026-03-30T13:36:09.704" v="694"/>
          <ac:picMkLst>
            <pc:docMk/>
            <pc:sldMk cId="1593572748" sldId="258"/>
            <ac:picMk id="45" creationId="{B9238B3E-24AA-439A-B527-6C5DF6D72145}"/>
          </ac:picMkLst>
        </pc:picChg>
        <pc:picChg chg="add del">
          <ac:chgData name="SANJAI S" userId="bea9d504f612344b" providerId="LiveId" clId="{6E549531-A263-442A-9752-C8D7DF97FC94}" dt="2026-03-30T13:25:48.444" v="317" actId="26606"/>
          <ac:picMkLst>
            <pc:docMk/>
            <pc:sldMk cId="1593572748" sldId="258"/>
            <ac:picMk id="46" creationId="{7C268552-D473-46ED-B1B8-422042C4DEF1}"/>
          </ac:picMkLst>
        </pc:picChg>
        <pc:picChg chg="add del">
          <ac:chgData name="SANJAI S" userId="bea9d504f612344b" providerId="LiveId" clId="{6E549531-A263-442A-9752-C8D7DF97FC94}" dt="2026-03-30T13:36:09.704" v="694"/>
          <ac:picMkLst>
            <pc:docMk/>
            <pc:sldMk cId="1593572748" sldId="258"/>
            <ac:picMk id="47" creationId="{69F01145-BEA3-4CBF-AA21-10077B948CA8}"/>
          </ac:picMkLst>
        </pc:picChg>
        <pc:picChg chg="add del">
          <ac:chgData name="SANJAI S" userId="bea9d504f612344b" providerId="LiveId" clId="{6E549531-A263-442A-9752-C8D7DF97FC94}" dt="2026-03-30T13:25:48.444" v="317" actId="26606"/>
          <ac:picMkLst>
            <pc:docMk/>
            <pc:sldMk cId="1593572748" sldId="258"/>
            <ac:picMk id="50" creationId="{B9238B3E-24AA-439A-B527-6C5DF6D72145}"/>
          </ac:picMkLst>
        </pc:picChg>
        <pc:picChg chg="add del">
          <ac:chgData name="SANJAI S" userId="bea9d504f612344b" providerId="LiveId" clId="{6E549531-A263-442A-9752-C8D7DF97FC94}" dt="2026-03-30T13:25:48.444" v="317" actId="26606"/>
          <ac:picMkLst>
            <pc:docMk/>
            <pc:sldMk cId="1593572748" sldId="258"/>
            <ac:picMk id="52" creationId="{69F01145-BEA3-4CBF-AA21-10077B948CA8}"/>
          </ac:picMkLst>
        </pc:picChg>
      </pc:sldChg>
      <pc:sldChg chg="addSp delSp modSp mod delDesignElem chgLayout">
        <pc:chgData name="SANJAI S" userId="bea9d504f612344b" providerId="LiveId" clId="{6E549531-A263-442A-9752-C8D7DF97FC94}" dt="2026-03-30T13:09:56.035" v="265" actId="14100"/>
        <pc:sldMkLst>
          <pc:docMk/>
          <pc:sldMk cId="4023875744" sldId="259"/>
        </pc:sldMkLst>
        <pc:spChg chg="mod">
          <ac:chgData name="SANJAI S" userId="bea9d504f612344b" providerId="LiveId" clId="{6E549531-A263-442A-9752-C8D7DF97FC94}" dt="2026-03-30T13:06:51.976" v="5" actId="14100"/>
          <ac:spMkLst>
            <pc:docMk/>
            <pc:sldMk cId="4023875744" sldId="259"/>
            <ac:spMk id="16" creationId="{F84F36DA-625F-07DB-1506-02309462E5D2}"/>
          </ac:spMkLst>
        </pc:spChg>
        <pc:spChg chg="add del mod">
          <ac:chgData name="SANJAI S" userId="bea9d504f612344b" providerId="LiveId" clId="{6E549531-A263-442A-9752-C8D7DF97FC94}" dt="2026-03-30T13:08:50.531" v="252"/>
          <ac:spMkLst>
            <pc:docMk/>
            <pc:sldMk cId="4023875744" sldId="259"/>
            <ac:spMk id="19" creationId="{D915E785-A42C-21AC-25D8-DD70BC18B38E}"/>
          </ac:spMkLst>
        </pc:spChg>
        <pc:spChg chg="add del mod">
          <ac:chgData name="SANJAI S" userId="bea9d504f612344b" providerId="LiveId" clId="{6E549531-A263-442A-9752-C8D7DF97FC94}" dt="2026-03-30T13:08:50.531" v="252"/>
          <ac:spMkLst>
            <pc:docMk/>
            <pc:sldMk cId="4023875744" sldId="259"/>
            <ac:spMk id="22" creationId="{385F315B-6F2B-720E-D7A4-228BE9FE13CD}"/>
          </ac:spMkLst>
        </pc:spChg>
        <pc:spChg chg="add mod">
          <ac:chgData name="SANJAI S" userId="bea9d504f612344b" providerId="LiveId" clId="{6E549531-A263-442A-9752-C8D7DF97FC94}" dt="2026-03-30T13:06:34.639" v="4"/>
          <ac:spMkLst>
            <pc:docMk/>
            <pc:sldMk cId="4023875744" sldId="259"/>
            <ac:spMk id="23" creationId="{A53A89E1-8400-1513-F002-7A4584138D59}"/>
          </ac:spMkLst>
        </pc:spChg>
        <pc:spChg chg="add del mod">
          <ac:chgData name="SANJAI S" userId="bea9d504f612344b" providerId="LiveId" clId="{6E549531-A263-442A-9752-C8D7DF97FC94}" dt="2026-03-30T13:08:50.531" v="252"/>
          <ac:spMkLst>
            <pc:docMk/>
            <pc:sldMk cId="4023875744" sldId="259"/>
            <ac:spMk id="25" creationId="{4577C574-D4CB-2468-A592-C2E4F20AFECD}"/>
          </ac:spMkLst>
        </pc:spChg>
        <pc:spChg chg="add mod">
          <ac:chgData name="SANJAI S" userId="bea9d504f612344b" providerId="LiveId" clId="{6E549531-A263-442A-9752-C8D7DF97FC94}" dt="2026-03-30T13:09:00.462" v="255" actId="27636"/>
          <ac:spMkLst>
            <pc:docMk/>
            <pc:sldMk cId="4023875744" sldId="259"/>
            <ac:spMk id="26" creationId="{1FE62A15-9298-2AE1-DD38-52518CA82060}"/>
          </ac:spMkLst>
        </pc:spChg>
        <pc:picChg chg="add del mod">
          <ac:chgData name="SANJAI S" userId="bea9d504f612344b" providerId="LiveId" clId="{6E549531-A263-442A-9752-C8D7DF97FC94}" dt="2026-03-30T13:08:50.531" v="252"/>
          <ac:picMkLst>
            <pc:docMk/>
            <pc:sldMk cId="4023875744" sldId="259"/>
            <ac:picMk id="17" creationId="{7F7771BC-81B4-B6C8-AF8F-76B40DC40B66}"/>
          </ac:picMkLst>
        </pc:picChg>
        <pc:picChg chg="add del mod">
          <ac:chgData name="SANJAI S" userId="bea9d504f612344b" providerId="LiveId" clId="{6E549531-A263-442A-9752-C8D7DF97FC94}" dt="2026-03-30T13:08:50.531" v="252"/>
          <ac:picMkLst>
            <pc:docMk/>
            <pc:sldMk cId="4023875744" sldId="259"/>
            <ac:picMk id="18" creationId="{DD7D218F-05A2-6932-9A42-E9D155233ED3}"/>
          </ac:picMkLst>
        </pc:picChg>
        <pc:picChg chg="add del mod">
          <ac:chgData name="SANJAI S" userId="bea9d504f612344b" providerId="LiveId" clId="{6E549531-A263-442A-9752-C8D7DF97FC94}" dt="2026-03-30T13:08:50.531" v="252"/>
          <ac:picMkLst>
            <pc:docMk/>
            <pc:sldMk cId="4023875744" sldId="259"/>
            <ac:picMk id="20" creationId="{9970034E-1D5C-191B-B9BD-A46774170F4C}"/>
          </ac:picMkLst>
        </pc:picChg>
        <pc:picChg chg="add del mod">
          <ac:chgData name="SANJAI S" userId="bea9d504f612344b" providerId="LiveId" clId="{6E549531-A263-442A-9752-C8D7DF97FC94}" dt="2026-03-30T13:08:50.531" v="252"/>
          <ac:picMkLst>
            <pc:docMk/>
            <pc:sldMk cId="4023875744" sldId="259"/>
            <ac:picMk id="21" creationId="{94256F44-4C4D-546D-8FD3-9B3A76A13D63}"/>
          </ac:picMkLst>
        </pc:picChg>
        <pc:picChg chg="add mod">
          <ac:chgData name="SANJAI S" userId="bea9d504f612344b" providerId="LiveId" clId="{6E549531-A263-442A-9752-C8D7DF97FC94}" dt="2026-03-30T13:09:56.035" v="265" actId="14100"/>
          <ac:picMkLst>
            <pc:docMk/>
            <pc:sldMk cId="4023875744" sldId="259"/>
            <ac:picMk id="24" creationId="{FF8B21D8-83A6-A367-86BC-6CF631574412}"/>
          </ac:picMkLst>
        </pc:picChg>
      </pc:sldChg>
      <pc:sldChg chg="addSp delSp modSp mod setBg setClrOvrMap delDesignElem">
        <pc:chgData name="SANJAI S" userId="bea9d504f612344b" providerId="LiveId" clId="{6E549531-A263-442A-9752-C8D7DF97FC94}" dt="2026-03-30T13:36:23.416" v="695" actId="26606"/>
        <pc:sldMkLst>
          <pc:docMk/>
          <pc:sldMk cId="3386242448" sldId="261"/>
        </pc:sldMkLst>
        <pc:spChg chg="mod">
          <ac:chgData name="SANJAI S" userId="bea9d504f612344b" providerId="LiveId" clId="{6E549531-A263-442A-9752-C8D7DF97FC94}" dt="2026-03-30T13:36:23.416" v="695" actId="26606"/>
          <ac:spMkLst>
            <pc:docMk/>
            <pc:sldMk cId="3386242448" sldId="261"/>
            <ac:spMk id="4" creationId="{1CAF394E-6AD9-384E-8841-CE7F8408FE6B}"/>
          </ac:spMkLst>
        </pc:spChg>
        <pc:spChg chg="mod ord">
          <ac:chgData name="SANJAI S" userId="bea9d504f612344b" providerId="LiveId" clId="{6E549531-A263-442A-9752-C8D7DF97FC94}" dt="2026-03-30T13:36:23.416" v="695" actId="26606"/>
          <ac:spMkLst>
            <pc:docMk/>
            <pc:sldMk cId="3386242448" sldId="261"/>
            <ac:spMk id="5" creationId="{2B537D2C-3299-11CB-D8B6-829DB76A6DC6}"/>
          </ac:spMkLst>
        </pc:spChg>
        <pc:spChg chg="add del">
          <ac:chgData name="SANJAI S" userId="bea9d504f612344b" providerId="LiveId" clId="{6E549531-A263-442A-9752-C8D7DF97FC94}" dt="2026-03-30T13:09:09.237" v="258" actId="26606"/>
          <ac:spMkLst>
            <pc:docMk/>
            <pc:sldMk cId="3386242448" sldId="261"/>
            <ac:spMk id="9" creationId="{989BE678-777B-482A-A616-FEDC47B162E5}"/>
          </ac:spMkLst>
        </pc:spChg>
        <pc:spChg chg="del">
          <ac:chgData name="SANJAI S" userId="bea9d504f612344b" providerId="LiveId" clId="{6E549531-A263-442A-9752-C8D7DF97FC94}" dt="2026-03-30T13:08:50.531" v="252"/>
          <ac:spMkLst>
            <pc:docMk/>
            <pc:sldMk cId="3386242448" sldId="261"/>
            <ac:spMk id="14" creationId="{4AC0CD9D-7610-4620-93B4-798CCD9AB581}"/>
          </ac:spMkLst>
        </pc:spChg>
        <pc:spChg chg="add del">
          <ac:chgData name="SANJAI S" userId="bea9d504f612344b" providerId="LiveId" clId="{6E549531-A263-442A-9752-C8D7DF97FC94}" dt="2026-03-30T13:09:09.237" v="258" actId="26606"/>
          <ac:spMkLst>
            <pc:docMk/>
            <pc:sldMk cId="3386242448" sldId="261"/>
            <ac:spMk id="15" creationId="{D28BE0C3-2102-4820-B88B-A448B1840D14}"/>
          </ac:spMkLst>
        </pc:spChg>
        <pc:spChg chg="add del">
          <ac:chgData name="SANJAI S" userId="bea9d504f612344b" providerId="LiveId" clId="{6E549531-A263-442A-9752-C8D7DF97FC94}" dt="2026-03-30T13:09:09.237" v="258" actId="26606"/>
          <ac:spMkLst>
            <pc:docMk/>
            <pc:sldMk cId="3386242448" sldId="261"/>
            <ac:spMk id="17" creationId="{A93A089E-0A16-452C-B341-0F769780D262}"/>
          </ac:spMkLst>
        </pc:spChg>
        <pc:spChg chg="del">
          <ac:chgData name="SANJAI S" userId="bea9d504f612344b" providerId="LiveId" clId="{6E549531-A263-442A-9752-C8D7DF97FC94}" dt="2026-03-30T13:08:50.531" v="252"/>
          <ac:spMkLst>
            <pc:docMk/>
            <pc:sldMk cId="3386242448" sldId="261"/>
            <ac:spMk id="20" creationId="{DE4D62F9-188E-4530-84C2-24BDEE4BEB82}"/>
          </ac:spMkLst>
        </pc:spChg>
        <pc:spChg chg="del">
          <ac:chgData name="SANJAI S" userId="bea9d504f612344b" providerId="LiveId" clId="{6E549531-A263-442A-9752-C8D7DF97FC94}" dt="2026-03-30T13:08:50.531" v="252"/>
          <ac:spMkLst>
            <pc:docMk/>
            <pc:sldMk cId="3386242448" sldId="261"/>
            <ac:spMk id="22" creationId="{EE4E366E-272A-409E-840F-9A6A64A9E3FF}"/>
          </ac:spMkLst>
        </pc:spChg>
        <pc:spChg chg="add del">
          <ac:chgData name="SANJAI S" userId="bea9d504f612344b" providerId="LiveId" clId="{6E549531-A263-442A-9752-C8D7DF97FC94}" dt="2026-03-30T13:25:55.524" v="324"/>
          <ac:spMkLst>
            <pc:docMk/>
            <pc:sldMk cId="3386242448" sldId="261"/>
            <ac:spMk id="23" creationId="{4AC0CD9D-7610-4620-93B4-798CCD9AB581}"/>
          </ac:spMkLst>
        </pc:spChg>
        <pc:spChg chg="del">
          <ac:chgData name="SANJAI S" userId="bea9d504f612344b" providerId="LiveId" clId="{6E549531-A263-442A-9752-C8D7DF97FC94}" dt="2026-03-30T13:08:50.531" v="252"/>
          <ac:spMkLst>
            <pc:docMk/>
            <pc:sldMk cId="3386242448" sldId="261"/>
            <ac:spMk id="24" creationId="{A721560C-E4AB-4287-A29C-3F6916794CB9}"/>
          </ac:spMkLst>
        </pc:spChg>
        <pc:spChg chg="del">
          <ac:chgData name="SANJAI S" userId="bea9d504f612344b" providerId="LiveId" clId="{6E549531-A263-442A-9752-C8D7DF97FC94}" dt="2026-03-30T13:08:50.531" v="252"/>
          <ac:spMkLst>
            <pc:docMk/>
            <pc:sldMk cId="3386242448" sldId="261"/>
            <ac:spMk id="26" creationId="{DF6CFF07-D953-4F9C-9A0E-E0A6AACB6158}"/>
          </ac:spMkLst>
        </pc:spChg>
        <pc:spChg chg="del">
          <ac:chgData name="SANJAI S" userId="bea9d504f612344b" providerId="LiveId" clId="{6E549531-A263-442A-9752-C8D7DF97FC94}" dt="2026-03-30T13:08:50.531" v="252"/>
          <ac:spMkLst>
            <pc:docMk/>
            <pc:sldMk cId="3386242448" sldId="261"/>
            <ac:spMk id="28" creationId="{DAA4FEEE-0B5F-41BF-825D-60F9FB089568}"/>
          </ac:spMkLst>
        </pc:spChg>
        <pc:spChg chg="add del">
          <ac:chgData name="SANJAI S" userId="bea9d504f612344b" providerId="LiveId" clId="{6E549531-A263-442A-9752-C8D7DF97FC94}" dt="2026-03-30T13:25:55.524" v="324"/>
          <ac:spMkLst>
            <pc:docMk/>
            <pc:sldMk cId="3386242448" sldId="261"/>
            <ac:spMk id="29" creationId="{DE4D62F9-188E-4530-84C2-24BDEE4BEB82}"/>
          </ac:spMkLst>
        </pc:spChg>
        <pc:spChg chg="add del">
          <ac:chgData name="SANJAI S" userId="bea9d504f612344b" providerId="LiveId" clId="{6E549531-A263-442A-9752-C8D7DF97FC94}" dt="2026-03-30T13:25:55.524" v="324"/>
          <ac:spMkLst>
            <pc:docMk/>
            <pc:sldMk cId="3386242448" sldId="261"/>
            <ac:spMk id="30" creationId="{EE4E366E-272A-409E-840F-9A6A64A9E3FF}"/>
          </ac:spMkLst>
        </pc:spChg>
        <pc:spChg chg="add del">
          <ac:chgData name="SANJAI S" userId="bea9d504f612344b" providerId="LiveId" clId="{6E549531-A263-442A-9752-C8D7DF97FC94}" dt="2026-03-30T13:25:55.524" v="324"/>
          <ac:spMkLst>
            <pc:docMk/>
            <pc:sldMk cId="3386242448" sldId="261"/>
            <ac:spMk id="31" creationId="{A721560C-E4AB-4287-A29C-3F6916794CB9}"/>
          </ac:spMkLst>
        </pc:spChg>
        <pc:spChg chg="add del">
          <ac:chgData name="SANJAI S" userId="bea9d504f612344b" providerId="LiveId" clId="{6E549531-A263-442A-9752-C8D7DF97FC94}" dt="2026-03-30T13:25:55.524" v="324"/>
          <ac:spMkLst>
            <pc:docMk/>
            <pc:sldMk cId="3386242448" sldId="261"/>
            <ac:spMk id="32" creationId="{DF6CFF07-D953-4F9C-9A0E-E0A6AACB6158}"/>
          </ac:spMkLst>
        </pc:spChg>
        <pc:spChg chg="add del">
          <ac:chgData name="SANJAI S" userId="bea9d504f612344b" providerId="LiveId" clId="{6E549531-A263-442A-9752-C8D7DF97FC94}" dt="2026-03-30T13:25:55.524" v="324"/>
          <ac:spMkLst>
            <pc:docMk/>
            <pc:sldMk cId="3386242448" sldId="261"/>
            <ac:spMk id="33" creationId="{DAA4FEEE-0B5F-41BF-825D-60F9FB089568}"/>
          </ac:spMkLst>
        </pc:spChg>
        <pc:spChg chg="add del">
          <ac:chgData name="SANJAI S" userId="bea9d504f612344b" providerId="LiveId" clId="{6E549531-A263-442A-9752-C8D7DF97FC94}" dt="2026-03-30T13:25:48.283" v="316" actId="26606"/>
          <ac:spMkLst>
            <pc:docMk/>
            <pc:sldMk cId="3386242448" sldId="261"/>
            <ac:spMk id="36" creationId="{4AC0CD9D-7610-4620-93B4-798CCD9AB581}"/>
          </ac:spMkLst>
        </pc:spChg>
        <pc:spChg chg="add del">
          <ac:chgData name="SANJAI S" userId="bea9d504f612344b" providerId="LiveId" clId="{6E549531-A263-442A-9752-C8D7DF97FC94}" dt="2026-03-30T13:25:48.283" v="316" actId="26606"/>
          <ac:spMkLst>
            <pc:docMk/>
            <pc:sldMk cId="3386242448" sldId="261"/>
            <ac:spMk id="39" creationId="{DE4D62F9-188E-4530-84C2-24BDEE4BEB82}"/>
          </ac:spMkLst>
        </pc:spChg>
        <pc:spChg chg="add del">
          <ac:chgData name="SANJAI S" userId="bea9d504f612344b" providerId="LiveId" clId="{6E549531-A263-442A-9752-C8D7DF97FC94}" dt="2026-03-30T13:25:48.283" v="316" actId="26606"/>
          <ac:spMkLst>
            <pc:docMk/>
            <pc:sldMk cId="3386242448" sldId="261"/>
            <ac:spMk id="40" creationId="{B4AAD3FD-83A5-4B89-9F8F-01B8870865BE}"/>
          </ac:spMkLst>
        </pc:spChg>
        <pc:spChg chg="add del">
          <ac:chgData name="SANJAI S" userId="bea9d504f612344b" providerId="LiveId" clId="{6E549531-A263-442A-9752-C8D7DF97FC94}" dt="2026-03-30T13:25:48.283" v="316" actId="26606"/>
          <ac:spMkLst>
            <pc:docMk/>
            <pc:sldMk cId="3386242448" sldId="261"/>
            <ac:spMk id="41" creationId="{61752F1D-FC0F-4103-9584-630E643CCDA6}"/>
          </ac:spMkLst>
        </pc:spChg>
        <pc:spChg chg="add del">
          <ac:chgData name="SANJAI S" userId="bea9d504f612344b" providerId="LiveId" clId="{6E549531-A263-442A-9752-C8D7DF97FC94}" dt="2026-03-30T13:25:48.283" v="316" actId="26606"/>
          <ac:spMkLst>
            <pc:docMk/>
            <pc:sldMk cId="3386242448" sldId="261"/>
            <ac:spMk id="42" creationId="{70151CB7-E7DE-4917-B831-01DF9CE01306}"/>
          </ac:spMkLst>
        </pc:spChg>
        <pc:spChg chg="add del">
          <ac:chgData name="SANJAI S" userId="bea9d504f612344b" providerId="LiveId" clId="{6E549531-A263-442A-9752-C8D7DF97FC94}" dt="2026-03-30T13:25:48.283" v="316" actId="26606"/>
          <ac:spMkLst>
            <pc:docMk/>
            <pc:sldMk cId="3386242448" sldId="261"/>
            <ac:spMk id="43" creationId="{A92A1116-1C84-41DF-B803-1F7B0883EC82}"/>
          </ac:spMkLst>
        </pc:spChg>
        <pc:spChg chg="add del">
          <ac:chgData name="SANJAI S" userId="bea9d504f612344b" providerId="LiveId" clId="{6E549531-A263-442A-9752-C8D7DF97FC94}" dt="2026-03-30T13:25:44.530" v="308" actId="26606"/>
          <ac:spMkLst>
            <pc:docMk/>
            <pc:sldMk cId="3386242448" sldId="261"/>
            <ac:spMk id="46" creationId="{4AC0CD9D-7610-4620-93B4-798CCD9AB581}"/>
          </ac:spMkLst>
        </pc:spChg>
        <pc:spChg chg="add del">
          <ac:chgData name="SANJAI S" userId="bea9d504f612344b" providerId="LiveId" clId="{6E549531-A263-442A-9752-C8D7DF97FC94}" dt="2026-03-30T13:25:44.530" v="308" actId="26606"/>
          <ac:spMkLst>
            <pc:docMk/>
            <pc:sldMk cId="3386242448" sldId="261"/>
            <ac:spMk id="49" creationId="{DE4D62F9-188E-4530-84C2-24BDEE4BEB82}"/>
          </ac:spMkLst>
        </pc:spChg>
        <pc:spChg chg="add del">
          <ac:chgData name="SANJAI S" userId="bea9d504f612344b" providerId="LiveId" clId="{6E549531-A263-442A-9752-C8D7DF97FC94}" dt="2026-03-30T13:25:44.530" v="308" actId="26606"/>
          <ac:spMkLst>
            <pc:docMk/>
            <pc:sldMk cId="3386242448" sldId="261"/>
            <ac:spMk id="50" creationId="{C8A3C342-1D03-412F-8DD3-BF519E8E0AE9}"/>
          </ac:spMkLst>
        </pc:spChg>
        <pc:spChg chg="add del">
          <ac:chgData name="SANJAI S" userId="bea9d504f612344b" providerId="LiveId" clId="{6E549531-A263-442A-9752-C8D7DF97FC94}" dt="2026-03-30T13:25:44.530" v="308" actId="26606"/>
          <ac:spMkLst>
            <pc:docMk/>
            <pc:sldMk cId="3386242448" sldId="261"/>
            <ac:spMk id="51" creationId="{81CC9B02-E087-4350-AEBD-2C3CF001AF01}"/>
          </ac:spMkLst>
        </pc:spChg>
        <pc:spChg chg="add del">
          <ac:chgData name="SANJAI S" userId="bea9d504f612344b" providerId="LiveId" clId="{6E549531-A263-442A-9752-C8D7DF97FC94}" dt="2026-03-30T13:25:44.530" v="308" actId="26606"/>
          <ac:spMkLst>
            <pc:docMk/>
            <pc:sldMk cId="3386242448" sldId="261"/>
            <ac:spMk id="52" creationId="{AC3BF0FA-36FA-4CE9-840E-F7C3A8F168B5}"/>
          </ac:spMkLst>
        </pc:spChg>
        <pc:spChg chg="add del">
          <ac:chgData name="SANJAI S" userId="bea9d504f612344b" providerId="LiveId" clId="{6E549531-A263-442A-9752-C8D7DF97FC94}" dt="2026-03-30T13:25:44.530" v="308" actId="26606"/>
          <ac:spMkLst>
            <pc:docMk/>
            <pc:sldMk cId="3386242448" sldId="261"/>
            <ac:spMk id="53" creationId="{D6F18ACE-6E82-4ADC-8A2F-A1771B309B16}"/>
          </ac:spMkLst>
        </pc:spChg>
        <pc:spChg chg="add del">
          <ac:chgData name="SANJAI S" userId="bea9d504f612344b" providerId="LiveId" clId="{6E549531-A263-442A-9752-C8D7DF97FC94}" dt="2026-03-30T13:25:43.972" v="306" actId="26606"/>
          <ac:spMkLst>
            <pc:docMk/>
            <pc:sldMk cId="3386242448" sldId="261"/>
            <ac:spMk id="56" creationId="{4AC0CD9D-7610-4620-93B4-798CCD9AB581}"/>
          </ac:spMkLst>
        </pc:spChg>
        <pc:spChg chg="add del">
          <ac:chgData name="SANJAI S" userId="bea9d504f612344b" providerId="LiveId" clId="{6E549531-A263-442A-9752-C8D7DF97FC94}" dt="2026-03-30T13:25:43.972" v="306" actId="26606"/>
          <ac:spMkLst>
            <pc:docMk/>
            <pc:sldMk cId="3386242448" sldId="261"/>
            <ac:spMk id="59" creationId="{DE4D62F9-188E-4530-84C2-24BDEE4BEB82}"/>
          </ac:spMkLst>
        </pc:spChg>
        <pc:spChg chg="add del">
          <ac:chgData name="SANJAI S" userId="bea9d504f612344b" providerId="LiveId" clId="{6E549531-A263-442A-9752-C8D7DF97FC94}" dt="2026-03-30T13:25:43.972" v="306" actId="26606"/>
          <ac:spMkLst>
            <pc:docMk/>
            <pc:sldMk cId="3386242448" sldId="261"/>
            <ac:spMk id="60" creationId="{61515115-95FB-41E0-86F3-8744438C09D0}"/>
          </ac:spMkLst>
        </pc:spChg>
        <pc:spChg chg="add del">
          <ac:chgData name="SANJAI S" userId="bea9d504f612344b" providerId="LiveId" clId="{6E549531-A263-442A-9752-C8D7DF97FC94}" dt="2026-03-30T13:25:43.972" v="306" actId="26606"/>
          <ac:spMkLst>
            <pc:docMk/>
            <pc:sldMk cId="3386242448" sldId="261"/>
            <ac:spMk id="61" creationId="{8222A33F-BE2D-4D69-92A0-5DF8B17BAACA}"/>
          </ac:spMkLst>
        </pc:spChg>
        <pc:spChg chg="add del">
          <ac:chgData name="SANJAI S" userId="bea9d504f612344b" providerId="LiveId" clId="{6E549531-A263-442A-9752-C8D7DF97FC94}" dt="2026-03-30T13:25:43.972" v="306" actId="26606"/>
          <ac:spMkLst>
            <pc:docMk/>
            <pc:sldMk cId="3386242448" sldId="261"/>
            <ac:spMk id="62" creationId="{CE1C74D0-9609-468A-9597-5D87C8A42B58}"/>
          </ac:spMkLst>
        </pc:spChg>
        <pc:spChg chg="add del">
          <ac:chgData name="SANJAI S" userId="bea9d504f612344b" providerId="LiveId" clId="{6E549531-A263-442A-9752-C8D7DF97FC94}" dt="2026-03-30T13:25:43.972" v="306" actId="26606"/>
          <ac:spMkLst>
            <pc:docMk/>
            <pc:sldMk cId="3386242448" sldId="261"/>
            <ac:spMk id="63" creationId="{C137128D-E594-4905-9F76-E385F0831D60}"/>
          </ac:spMkLst>
        </pc:spChg>
        <pc:spChg chg="add del">
          <ac:chgData name="SANJAI S" userId="bea9d504f612344b" providerId="LiveId" clId="{6E549531-A263-442A-9752-C8D7DF97FC94}" dt="2026-03-30T13:36:09.704" v="694"/>
          <ac:spMkLst>
            <pc:docMk/>
            <pc:sldMk cId="3386242448" sldId="261"/>
            <ac:spMk id="66" creationId="{4AC0CD9D-7610-4620-93B4-798CCD9AB581}"/>
          </ac:spMkLst>
        </pc:spChg>
        <pc:spChg chg="add del">
          <ac:chgData name="SANJAI S" userId="bea9d504f612344b" providerId="LiveId" clId="{6E549531-A263-442A-9752-C8D7DF97FC94}" dt="2026-03-30T13:36:09.704" v="694"/>
          <ac:spMkLst>
            <pc:docMk/>
            <pc:sldMk cId="3386242448" sldId="261"/>
            <ac:spMk id="69" creationId="{DE4D62F9-188E-4530-84C2-24BDEE4BEB82}"/>
          </ac:spMkLst>
        </pc:spChg>
        <pc:spChg chg="add del">
          <ac:chgData name="SANJAI S" userId="bea9d504f612344b" providerId="LiveId" clId="{6E549531-A263-442A-9752-C8D7DF97FC94}" dt="2026-03-30T13:36:09.704" v="694"/>
          <ac:spMkLst>
            <pc:docMk/>
            <pc:sldMk cId="3386242448" sldId="261"/>
            <ac:spMk id="70" creationId="{C8A3C342-1D03-412F-8DD3-BF519E8E0AE9}"/>
          </ac:spMkLst>
        </pc:spChg>
        <pc:spChg chg="add del">
          <ac:chgData name="SANJAI S" userId="bea9d504f612344b" providerId="LiveId" clId="{6E549531-A263-442A-9752-C8D7DF97FC94}" dt="2026-03-30T13:36:09.704" v="694"/>
          <ac:spMkLst>
            <pc:docMk/>
            <pc:sldMk cId="3386242448" sldId="261"/>
            <ac:spMk id="71" creationId="{81CC9B02-E087-4350-AEBD-2C3CF001AF01}"/>
          </ac:spMkLst>
        </pc:spChg>
        <pc:spChg chg="add del">
          <ac:chgData name="SANJAI S" userId="bea9d504f612344b" providerId="LiveId" clId="{6E549531-A263-442A-9752-C8D7DF97FC94}" dt="2026-03-30T13:36:09.704" v="694"/>
          <ac:spMkLst>
            <pc:docMk/>
            <pc:sldMk cId="3386242448" sldId="261"/>
            <ac:spMk id="72" creationId="{AC3BF0FA-36FA-4CE9-840E-F7C3A8F168B5}"/>
          </ac:spMkLst>
        </pc:spChg>
        <pc:spChg chg="add del">
          <ac:chgData name="SANJAI S" userId="bea9d504f612344b" providerId="LiveId" clId="{6E549531-A263-442A-9752-C8D7DF97FC94}" dt="2026-03-30T13:36:09.704" v="694"/>
          <ac:spMkLst>
            <pc:docMk/>
            <pc:sldMk cId="3386242448" sldId="261"/>
            <ac:spMk id="73" creationId="{D6F18ACE-6E82-4ADC-8A2F-A1771B309B16}"/>
          </ac:spMkLst>
        </pc:spChg>
        <pc:spChg chg="add">
          <ac:chgData name="SANJAI S" userId="bea9d504f612344b" providerId="LiveId" clId="{6E549531-A263-442A-9752-C8D7DF97FC94}" dt="2026-03-30T13:36:23.416" v="695" actId="26606"/>
          <ac:spMkLst>
            <pc:docMk/>
            <pc:sldMk cId="3386242448" sldId="261"/>
            <ac:spMk id="76" creationId="{4AC0CD9D-7610-4620-93B4-798CCD9AB581}"/>
          </ac:spMkLst>
        </pc:spChg>
        <pc:spChg chg="add">
          <ac:chgData name="SANJAI S" userId="bea9d504f612344b" providerId="LiveId" clId="{6E549531-A263-442A-9752-C8D7DF97FC94}" dt="2026-03-30T13:36:23.416" v="695" actId="26606"/>
          <ac:spMkLst>
            <pc:docMk/>
            <pc:sldMk cId="3386242448" sldId="261"/>
            <ac:spMk id="79" creationId="{DE4D62F9-188E-4530-84C2-24BDEE4BEB82}"/>
          </ac:spMkLst>
        </pc:spChg>
        <pc:spChg chg="add">
          <ac:chgData name="SANJAI S" userId="bea9d504f612344b" providerId="LiveId" clId="{6E549531-A263-442A-9752-C8D7DF97FC94}" dt="2026-03-30T13:36:23.416" v="695" actId="26606"/>
          <ac:spMkLst>
            <pc:docMk/>
            <pc:sldMk cId="3386242448" sldId="261"/>
            <ac:spMk id="80" creationId="{5F3FC718-FDE3-4EF7-921E-A5F374EAF824}"/>
          </ac:spMkLst>
        </pc:spChg>
        <pc:spChg chg="add">
          <ac:chgData name="SANJAI S" userId="bea9d504f612344b" providerId="LiveId" clId="{6E549531-A263-442A-9752-C8D7DF97FC94}" dt="2026-03-30T13:36:23.416" v="695" actId="26606"/>
          <ac:spMkLst>
            <pc:docMk/>
            <pc:sldMk cId="3386242448" sldId="261"/>
            <ac:spMk id="81" creationId="{FAA0F719-3DC8-4F08-AD8F-5A845658CB9D}"/>
          </ac:spMkLst>
        </pc:spChg>
        <pc:spChg chg="add">
          <ac:chgData name="SANJAI S" userId="bea9d504f612344b" providerId="LiveId" clId="{6E549531-A263-442A-9752-C8D7DF97FC94}" dt="2026-03-30T13:36:23.416" v="695" actId="26606"/>
          <ac:spMkLst>
            <pc:docMk/>
            <pc:sldMk cId="3386242448" sldId="261"/>
            <ac:spMk id="82" creationId="{7DCB61BE-FA0F-4EFB-BE0E-268BAD8E30D6}"/>
          </ac:spMkLst>
        </pc:spChg>
        <pc:spChg chg="add">
          <ac:chgData name="SANJAI S" userId="bea9d504f612344b" providerId="LiveId" clId="{6E549531-A263-442A-9752-C8D7DF97FC94}" dt="2026-03-30T13:36:23.416" v="695" actId="26606"/>
          <ac:spMkLst>
            <pc:docMk/>
            <pc:sldMk cId="3386242448" sldId="261"/>
            <ac:spMk id="83" creationId="{A4B31EAA-7423-46F7-9B90-4AB2B09C35C4}"/>
          </ac:spMkLst>
        </pc:spChg>
        <pc:picChg chg="mod">
          <ac:chgData name="SANJAI S" userId="bea9d504f612344b" providerId="LiveId" clId="{6E549531-A263-442A-9752-C8D7DF97FC94}" dt="2026-03-30T13:26:05.518" v="326" actId="26606"/>
          <ac:picMkLst>
            <pc:docMk/>
            <pc:sldMk cId="3386242448" sldId="261"/>
            <ac:picMk id="3" creationId="{DC35A02D-D74D-03E2-7522-7C1E52EA146C}"/>
          </ac:picMkLst>
        </pc:picChg>
        <pc:picChg chg="add del">
          <ac:chgData name="SANJAI S" userId="bea9d504f612344b" providerId="LiveId" clId="{6E549531-A263-442A-9752-C8D7DF97FC94}" dt="2026-03-30T13:09:09.237" v="258" actId="26606"/>
          <ac:picMkLst>
            <pc:docMk/>
            <pc:sldMk cId="3386242448" sldId="261"/>
            <ac:picMk id="7" creationId="{DF19BAF3-7E20-4B9D-B544-BABAEEA1FA75}"/>
          </ac:picMkLst>
        </pc:picChg>
        <pc:picChg chg="add del">
          <ac:chgData name="SANJAI S" userId="bea9d504f612344b" providerId="LiveId" clId="{6E549531-A263-442A-9752-C8D7DF97FC94}" dt="2026-03-30T13:09:09.237" v="258" actId="26606"/>
          <ac:picMkLst>
            <pc:docMk/>
            <pc:sldMk cId="3386242448" sldId="261"/>
            <ac:picMk id="8" creationId="{950648F4-ABCD-4DF0-8641-76CFB2354721}"/>
          </ac:picMkLst>
        </pc:picChg>
        <pc:picChg chg="del">
          <ac:chgData name="SANJAI S" userId="bea9d504f612344b" providerId="LiveId" clId="{6E549531-A263-442A-9752-C8D7DF97FC94}" dt="2026-03-30T13:08:50.531" v="252"/>
          <ac:picMkLst>
            <pc:docMk/>
            <pc:sldMk cId="3386242448" sldId="261"/>
            <ac:picMk id="10" creationId="{41B68C77-138E-4BF7-A276-BD0C78A4219F}"/>
          </ac:picMkLst>
        </pc:picChg>
        <pc:picChg chg="add del">
          <ac:chgData name="SANJAI S" userId="bea9d504f612344b" providerId="LiveId" clId="{6E549531-A263-442A-9752-C8D7DF97FC94}" dt="2026-03-30T13:09:09.237" v="258" actId="26606"/>
          <ac:picMkLst>
            <pc:docMk/>
            <pc:sldMk cId="3386242448" sldId="261"/>
            <ac:picMk id="11" creationId="{CF1EB4BD-9C7E-4AA3-9681-C7EB0DA6250B}"/>
          </ac:picMkLst>
        </pc:picChg>
        <pc:picChg chg="del">
          <ac:chgData name="SANJAI S" userId="bea9d504f612344b" providerId="LiveId" clId="{6E549531-A263-442A-9752-C8D7DF97FC94}" dt="2026-03-30T13:08:50.531" v="252"/>
          <ac:picMkLst>
            <pc:docMk/>
            <pc:sldMk cId="3386242448" sldId="261"/>
            <ac:picMk id="12" creationId="{7C268552-D473-46ED-B1B8-422042C4DEF1}"/>
          </ac:picMkLst>
        </pc:picChg>
        <pc:picChg chg="add del">
          <ac:chgData name="SANJAI S" userId="bea9d504f612344b" providerId="LiveId" clId="{6E549531-A263-442A-9752-C8D7DF97FC94}" dt="2026-03-30T13:09:09.237" v="258" actId="26606"/>
          <ac:picMkLst>
            <pc:docMk/>
            <pc:sldMk cId="3386242448" sldId="261"/>
            <ac:picMk id="13" creationId="{94AAE3AA-3759-4D28-B0EF-575F25A5146C}"/>
          </ac:picMkLst>
        </pc:picChg>
        <pc:picChg chg="del">
          <ac:chgData name="SANJAI S" userId="bea9d504f612344b" providerId="LiveId" clId="{6E549531-A263-442A-9752-C8D7DF97FC94}" dt="2026-03-30T13:08:50.531" v="252"/>
          <ac:picMkLst>
            <pc:docMk/>
            <pc:sldMk cId="3386242448" sldId="261"/>
            <ac:picMk id="16" creationId="{B9238B3E-24AA-439A-B527-6C5DF6D72145}"/>
          </ac:picMkLst>
        </pc:picChg>
        <pc:picChg chg="del">
          <ac:chgData name="SANJAI S" userId="bea9d504f612344b" providerId="LiveId" clId="{6E549531-A263-442A-9752-C8D7DF97FC94}" dt="2026-03-30T13:08:50.531" v="252"/>
          <ac:picMkLst>
            <pc:docMk/>
            <pc:sldMk cId="3386242448" sldId="261"/>
            <ac:picMk id="18" creationId="{69F01145-BEA3-4CBF-AA21-10077B948CA8}"/>
          </ac:picMkLst>
        </pc:picChg>
        <pc:picChg chg="add del">
          <ac:chgData name="SANJAI S" userId="bea9d504f612344b" providerId="LiveId" clId="{6E549531-A263-442A-9752-C8D7DF97FC94}" dt="2026-03-30T13:25:55.524" v="324"/>
          <ac:picMkLst>
            <pc:docMk/>
            <pc:sldMk cId="3386242448" sldId="261"/>
            <ac:picMk id="19" creationId="{41B68C77-138E-4BF7-A276-BD0C78A4219F}"/>
          </ac:picMkLst>
        </pc:picChg>
        <pc:picChg chg="add del">
          <ac:chgData name="SANJAI S" userId="bea9d504f612344b" providerId="LiveId" clId="{6E549531-A263-442A-9752-C8D7DF97FC94}" dt="2026-03-30T13:25:55.524" v="324"/>
          <ac:picMkLst>
            <pc:docMk/>
            <pc:sldMk cId="3386242448" sldId="261"/>
            <ac:picMk id="21" creationId="{7C268552-D473-46ED-B1B8-422042C4DEF1}"/>
          </ac:picMkLst>
        </pc:picChg>
        <pc:picChg chg="add del">
          <ac:chgData name="SANJAI S" userId="bea9d504f612344b" providerId="LiveId" clId="{6E549531-A263-442A-9752-C8D7DF97FC94}" dt="2026-03-30T13:25:55.524" v="324"/>
          <ac:picMkLst>
            <pc:docMk/>
            <pc:sldMk cId="3386242448" sldId="261"/>
            <ac:picMk id="25" creationId="{B9238B3E-24AA-439A-B527-6C5DF6D72145}"/>
          </ac:picMkLst>
        </pc:picChg>
        <pc:picChg chg="add del">
          <ac:chgData name="SANJAI S" userId="bea9d504f612344b" providerId="LiveId" clId="{6E549531-A263-442A-9752-C8D7DF97FC94}" dt="2026-03-30T13:25:55.524" v="324"/>
          <ac:picMkLst>
            <pc:docMk/>
            <pc:sldMk cId="3386242448" sldId="261"/>
            <ac:picMk id="27" creationId="{69F01145-BEA3-4CBF-AA21-10077B948CA8}"/>
          </ac:picMkLst>
        </pc:picChg>
        <pc:picChg chg="add del">
          <ac:chgData name="SANJAI S" userId="bea9d504f612344b" providerId="LiveId" clId="{6E549531-A263-442A-9752-C8D7DF97FC94}" dt="2026-03-30T13:25:47.606" v="312"/>
          <ac:picMkLst>
            <pc:docMk/>
            <pc:sldMk cId="3386242448" sldId="261"/>
            <ac:picMk id="34" creationId="{41B68C77-138E-4BF7-A276-BD0C78A4219F}"/>
          </ac:picMkLst>
        </pc:picChg>
        <pc:picChg chg="add del">
          <ac:chgData name="SANJAI S" userId="bea9d504f612344b" providerId="LiveId" clId="{6E549531-A263-442A-9752-C8D7DF97FC94}" dt="2026-03-30T13:25:47.606" v="312"/>
          <ac:picMkLst>
            <pc:docMk/>
            <pc:sldMk cId="3386242448" sldId="261"/>
            <ac:picMk id="35" creationId="{7C268552-D473-46ED-B1B8-422042C4DEF1}"/>
          </ac:picMkLst>
        </pc:picChg>
        <pc:picChg chg="add del">
          <ac:chgData name="SANJAI S" userId="bea9d504f612344b" providerId="LiveId" clId="{6E549531-A263-442A-9752-C8D7DF97FC94}" dt="2026-03-30T13:25:47.606" v="312"/>
          <ac:picMkLst>
            <pc:docMk/>
            <pc:sldMk cId="3386242448" sldId="261"/>
            <ac:picMk id="37" creationId="{B9238B3E-24AA-439A-B527-6C5DF6D72145}"/>
          </ac:picMkLst>
        </pc:picChg>
        <pc:picChg chg="add del">
          <ac:chgData name="SANJAI S" userId="bea9d504f612344b" providerId="LiveId" clId="{6E549531-A263-442A-9752-C8D7DF97FC94}" dt="2026-03-30T13:25:48.283" v="316" actId="26606"/>
          <ac:picMkLst>
            <pc:docMk/>
            <pc:sldMk cId="3386242448" sldId="261"/>
            <ac:picMk id="38" creationId="{69F01145-BEA3-4CBF-AA21-10077B948CA8}"/>
          </ac:picMkLst>
        </pc:picChg>
        <pc:picChg chg="add del">
          <ac:chgData name="SANJAI S" userId="bea9d504f612344b" providerId="LiveId" clId="{6E549531-A263-442A-9752-C8D7DF97FC94}" dt="2026-03-30T13:25:44.199" v="307"/>
          <ac:picMkLst>
            <pc:docMk/>
            <pc:sldMk cId="3386242448" sldId="261"/>
            <ac:picMk id="44" creationId="{41B68C77-138E-4BF7-A276-BD0C78A4219F}"/>
          </ac:picMkLst>
        </pc:picChg>
        <pc:picChg chg="add del">
          <ac:chgData name="SANJAI S" userId="bea9d504f612344b" providerId="LiveId" clId="{6E549531-A263-442A-9752-C8D7DF97FC94}" dt="2026-03-30T13:25:44.199" v="307"/>
          <ac:picMkLst>
            <pc:docMk/>
            <pc:sldMk cId="3386242448" sldId="261"/>
            <ac:picMk id="45" creationId="{7C268552-D473-46ED-B1B8-422042C4DEF1}"/>
          </ac:picMkLst>
        </pc:picChg>
        <pc:picChg chg="add del">
          <ac:chgData name="SANJAI S" userId="bea9d504f612344b" providerId="LiveId" clId="{6E549531-A263-442A-9752-C8D7DF97FC94}" dt="2026-03-30T13:25:44.530" v="308" actId="26606"/>
          <ac:picMkLst>
            <pc:docMk/>
            <pc:sldMk cId="3386242448" sldId="261"/>
            <ac:picMk id="47" creationId="{B9238B3E-24AA-439A-B527-6C5DF6D72145}"/>
          </ac:picMkLst>
        </pc:picChg>
        <pc:picChg chg="add del">
          <ac:chgData name="SANJAI S" userId="bea9d504f612344b" providerId="LiveId" clId="{6E549531-A263-442A-9752-C8D7DF97FC94}" dt="2026-03-30T13:25:44.199" v="307"/>
          <ac:picMkLst>
            <pc:docMk/>
            <pc:sldMk cId="3386242448" sldId="261"/>
            <ac:picMk id="48" creationId="{69F01145-BEA3-4CBF-AA21-10077B948CA8}"/>
          </ac:picMkLst>
        </pc:picChg>
        <pc:picChg chg="add">
          <ac:chgData name="SANJAI S" userId="bea9d504f612344b" providerId="LiveId" clId="{6E549531-A263-442A-9752-C8D7DF97FC94}" dt="2026-03-30T13:25:36.713" v="305" actId="26606"/>
          <ac:picMkLst>
            <pc:docMk/>
            <pc:sldMk cId="3386242448" sldId="261"/>
            <ac:picMk id="55" creationId="{7C268552-D473-46ED-B1B8-422042C4DEF1}"/>
          </ac:picMkLst>
        </pc:picChg>
        <pc:picChg chg="del">
          <ac:chgData name="SANJAI S" userId="bea9d504f612344b" providerId="LiveId" clId="{6E549531-A263-442A-9752-C8D7DF97FC94}" dt="2026-03-30T13:25:43.972" v="306" actId="26606"/>
          <ac:picMkLst>
            <pc:docMk/>
            <pc:sldMk cId="3386242448" sldId="261"/>
            <ac:picMk id="57" creationId="{B9238B3E-24AA-439A-B527-6C5DF6D72145}"/>
          </ac:picMkLst>
        </pc:picChg>
        <pc:picChg chg="del">
          <ac:chgData name="SANJAI S" userId="bea9d504f612344b" providerId="LiveId" clId="{6E549531-A263-442A-9752-C8D7DF97FC94}" dt="2026-03-30T13:36:09.704" v="694"/>
          <ac:picMkLst>
            <pc:docMk/>
            <pc:sldMk cId="3386242448" sldId="261"/>
            <ac:picMk id="64" creationId="{41B68C77-138E-4BF7-A276-BD0C78A4219F}"/>
          </ac:picMkLst>
        </pc:picChg>
        <pc:picChg chg="del">
          <ac:chgData name="SANJAI S" userId="bea9d504f612344b" providerId="LiveId" clId="{6E549531-A263-442A-9752-C8D7DF97FC94}" dt="2026-03-30T13:36:09.704" v="694"/>
          <ac:picMkLst>
            <pc:docMk/>
            <pc:sldMk cId="3386242448" sldId="261"/>
            <ac:picMk id="65" creationId="{7C268552-D473-46ED-B1B8-422042C4DEF1}"/>
          </ac:picMkLst>
        </pc:picChg>
        <pc:picChg chg="del">
          <ac:chgData name="SANJAI S" userId="bea9d504f612344b" providerId="LiveId" clId="{6E549531-A263-442A-9752-C8D7DF97FC94}" dt="2026-03-30T13:36:09.704" v="694"/>
          <ac:picMkLst>
            <pc:docMk/>
            <pc:sldMk cId="3386242448" sldId="261"/>
            <ac:picMk id="67" creationId="{B9238B3E-24AA-439A-B527-6C5DF6D72145}"/>
          </ac:picMkLst>
        </pc:picChg>
        <pc:picChg chg="add del">
          <ac:chgData name="SANJAI S" userId="bea9d504f612344b" providerId="LiveId" clId="{6E549531-A263-442A-9752-C8D7DF97FC94}" dt="2026-03-30T13:36:09.704" v="694"/>
          <ac:picMkLst>
            <pc:docMk/>
            <pc:sldMk cId="3386242448" sldId="261"/>
            <ac:picMk id="68" creationId="{69F01145-BEA3-4CBF-AA21-10077B948CA8}"/>
          </ac:picMkLst>
        </pc:picChg>
        <pc:picChg chg="add">
          <ac:chgData name="SANJAI S" userId="bea9d504f612344b" providerId="LiveId" clId="{6E549531-A263-442A-9752-C8D7DF97FC94}" dt="2026-03-30T13:36:23.416" v="695" actId="26606"/>
          <ac:picMkLst>
            <pc:docMk/>
            <pc:sldMk cId="3386242448" sldId="261"/>
            <ac:picMk id="75" creationId="{7C268552-D473-46ED-B1B8-422042C4DEF1}"/>
          </ac:picMkLst>
        </pc:picChg>
        <pc:picChg chg="add">
          <ac:chgData name="SANJAI S" userId="bea9d504f612344b" providerId="LiveId" clId="{6E549531-A263-442A-9752-C8D7DF97FC94}" dt="2026-03-30T13:36:23.416" v="695" actId="26606"/>
          <ac:picMkLst>
            <pc:docMk/>
            <pc:sldMk cId="3386242448" sldId="261"/>
            <ac:picMk id="77" creationId="{B9238B3E-24AA-439A-B527-6C5DF6D72145}"/>
          </ac:picMkLst>
        </pc:picChg>
      </pc:sldChg>
      <pc:sldChg chg="addSp delSp modSp mod setBg setClrOvrMap delDesignElem">
        <pc:chgData name="SANJAI S" userId="bea9d504f612344b" providerId="LiveId" clId="{6E549531-A263-442A-9752-C8D7DF97FC94}" dt="2026-03-30T13:36:29.209" v="696" actId="26606"/>
        <pc:sldMkLst>
          <pc:docMk/>
          <pc:sldMk cId="1864857620" sldId="262"/>
        </pc:sldMkLst>
        <pc:spChg chg="mod">
          <ac:chgData name="SANJAI S" userId="bea9d504f612344b" providerId="LiveId" clId="{6E549531-A263-442A-9752-C8D7DF97FC94}" dt="2026-03-30T13:26:11.925" v="327" actId="26606"/>
          <ac:spMkLst>
            <pc:docMk/>
            <pc:sldMk cId="1864857620" sldId="262"/>
            <ac:spMk id="3" creationId="{DB8698A3-D512-6E6D-DB65-3E1726FD7B2F}"/>
          </ac:spMkLst>
        </pc:spChg>
        <pc:spChg chg="mod ord">
          <ac:chgData name="SANJAI S" userId="bea9d504f612344b" providerId="LiveId" clId="{6E549531-A263-442A-9752-C8D7DF97FC94}" dt="2026-03-30T13:26:11.925" v="327" actId="26606"/>
          <ac:spMkLst>
            <pc:docMk/>
            <pc:sldMk cId="1864857620" sldId="262"/>
            <ac:spMk id="4" creationId="{982896FD-A3AE-5CD1-E67F-E7FC897DDFC6}"/>
          </ac:spMkLst>
        </pc:spChg>
        <pc:spChg chg="add del">
          <ac:chgData name="SANJAI S" userId="bea9d504f612344b" providerId="LiveId" clId="{6E549531-A263-442A-9752-C8D7DF97FC94}" dt="2026-03-30T13:25:48.118" v="315" actId="26606"/>
          <ac:spMkLst>
            <pc:docMk/>
            <pc:sldMk cId="1864857620" sldId="262"/>
            <ac:spMk id="8" creationId="{4AC0CD9D-7610-4620-93B4-798CCD9AB581}"/>
          </ac:spMkLst>
        </pc:spChg>
        <pc:spChg chg="add del">
          <ac:chgData name="SANJAI S" userId="bea9d504f612344b" providerId="LiveId" clId="{6E549531-A263-442A-9752-C8D7DF97FC94}" dt="2026-03-30T13:25:55.524" v="324"/>
          <ac:spMkLst>
            <pc:docMk/>
            <pc:sldMk cId="1864857620" sldId="262"/>
            <ac:spMk id="13" creationId="{4AC0CD9D-7610-4620-93B4-798CCD9AB581}"/>
          </ac:spMkLst>
        </pc:spChg>
        <pc:spChg chg="add del">
          <ac:chgData name="SANJAI S" userId="bea9d504f612344b" providerId="LiveId" clId="{6E549531-A263-442A-9752-C8D7DF97FC94}" dt="2026-03-30T13:25:48.118" v="315" actId="26606"/>
          <ac:spMkLst>
            <pc:docMk/>
            <pc:sldMk cId="1864857620" sldId="262"/>
            <ac:spMk id="14" creationId="{DE4D62F9-188E-4530-84C2-24BDEE4BEB82}"/>
          </ac:spMkLst>
        </pc:spChg>
        <pc:spChg chg="add del">
          <ac:chgData name="SANJAI S" userId="bea9d504f612344b" providerId="LiveId" clId="{6E549531-A263-442A-9752-C8D7DF97FC94}" dt="2026-03-30T13:25:48.118" v="315" actId="26606"/>
          <ac:spMkLst>
            <pc:docMk/>
            <pc:sldMk cId="1864857620" sldId="262"/>
            <ac:spMk id="16" creationId="{61515115-95FB-41E0-86F3-8744438C09D0}"/>
          </ac:spMkLst>
        </pc:spChg>
        <pc:spChg chg="add del">
          <ac:chgData name="SANJAI S" userId="bea9d504f612344b" providerId="LiveId" clId="{6E549531-A263-442A-9752-C8D7DF97FC94}" dt="2026-03-30T13:25:48.118" v="315" actId="26606"/>
          <ac:spMkLst>
            <pc:docMk/>
            <pc:sldMk cId="1864857620" sldId="262"/>
            <ac:spMk id="18" creationId="{8222A33F-BE2D-4D69-92A0-5DF8B17BAACA}"/>
          </ac:spMkLst>
        </pc:spChg>
        <pc:spChg chg="add del">
          <ac:chgData name="SANJAI S" userId="bea9d504f612344b" providerId="LiveId" clId="{6E549531-A263-442A-9752-C8D7DF97FC94}" dt="2026-03-30T13:25:55.524" v="324"/>
          <ac:spMkLst>
            <pc:docMk/>
            <pc:sldMk cId="1864857620" sldId="262"/>
            <ac:spMk id="19" creationId="{DE4D62F9-188E-4530-84C2-24BDEE4BEB82}"/>
          </ac:spMkLst>
        </pc:spChg>
        <pc:spChg chg="add del">
          <ac:chgData name="SANJAI S" userId="bea9d504f612344b" providerId="LiveId" clId="{6E549531-A263-442A-9752-C8D7DF97FC94}" dt="2026-03-30T13:25:48.118" v="315" actId="26606"/>
          <ac:spMkLst>
            <pc:docMk/>
            <pc:sldMk cId="1864857620" sldId="262"/>
            <ac:spMk id="20" creationId="{CE1C74D0-9609-468A-9597-5D87C8A42B58}"/>
          </ac:spMkLst>
        </pc:spChg>
        <pc:spChg chg="add del">
          <ac:chgData name="SANJAI S" userId="bea9d504f612344b" providerId="LiveId" clId="{6E549531-A263-442A-9752-C8D7DF97FC94}" dt="2026-03-30T13:25:55.524" v="324"/>
          <ac:spMkLst>
            <pc:docMk/>
            <pc:sldMk cId="1864857620" sldId="262"/>
            <ac:spMk id="21" creationId="{5F3FC718-FDE3-4EF7-921E-A5F374EAF824}"/>
          </ac:spMkLst>
        </pc:spChg>
        <pc:spChg chg="add del">
          <ac:chgData name="SANJAI S" userId="bea9d504f612344b" providerId="LiveId" clId="{6E549531-A263-442A-9752-C8D7DF97FC94}" dt="2026-03-30T13:25:48.118" v="315" actId="26606"/>
          <ac:spMkLst>
            <pc:docMk/>
            <pc:sldMk cId="1864857620" sldId="262"/>
            <ac:spMk id="22" creationId="{C137128D-E594-4905-9F76-E385F0831D60}"/>
          </ac:spMkLst>
        </pc:spChg>
        <pc:spChg chg="add del">
          <ac:chgData name="SANJAI S" userId="bea9d504f612344b" providerId="LiveId" clId="{6E549531-A263-442A-9752-C8D7DF97FC94}" dt="2026-03-30T13:25:55.524" v="324"/>
          <ac:spMkLst>
            <pc:docMk/>
            <pc:sldMk cId="1864857620" sldId="262"/>
            <ac:spMk id="23" creationId="{FAA0F719-3DC8-4F08-AD8F-5A845658CB9D}"/>
          </ac:spMkLst>
        </pc:spChg>
        <pc:spChg chg="add del">
          <ac:chgData name="SANJAI S" userId="bea9d504f612344b" providerId="LiveId" clId="{6E549531-A263-442A-9752-C8D7DF97FC94}" dt="2026-03-30T13:25:55.524" v="324"/>
          <ac:spMkLst>
            <pc:docMk/>
            <pc:sldMk cId="1864857620" sldId="262"/>
            <ac:spMk id="25" creationId="{7DCB61BE-FA0F-4EFB-BE0E-268BAD8E30D6}"/>
          </ac:spMkLst>
        </pc:spChg>
        <pc:spChg chg="add del">
          <ac:chgData name="SANJAI S" userId="bea9d504f612344b" providerId="LiveId" clId="{6E549531-A263-442A-9752-C8D7DF97FC94}" dt="2026-03-30T13:25:55.524" v="324"/>
          <ac:spMkLst>
            <pc:docMk/>
            <pc:sldMk cId="1864857620" sldId="262"/>
            <ac:spMk id="27" creationId="{A4B31EAA-7423-46F7-9B90-4AB2B09C35C4}"/>
          </ac:spMkLst>
        </pc:spChg>
        <pc:spChg chg="add del">
          <ac:chgData name="SANJAI S" userId="bea9d504f612344b" providerId="LiveId" clId="{6E549531-A263-442A-9752-C8D7DF97FC94}" dt="2026-03-30T13:25:46.764" v="309" actId="26606"/>
          <ac:spMkLst>
            <pc:docMk/>
            <pc:sldMk cId="1864857620" sldId="262"/>
            <ac:spMk id="28" creationId="{4AC0CD9D-7610-4620-93B4-798CCD9AB581}"/>
          </ac:spMkLst>
        </pc:spChg>
        <pc:spChg chg="add del">
          <ac:chgData name="SANJAI S" userId="bea9d504f612344b" providerId="LiveId" clId="{6E549531-A263-442A-9752-C8D7DF97FC94}" dt="2026-03-30T13:25:46.764" v="309" actId="26606"/>
          <ac:spMkLst>
            <pc:docMk/>
            <pc:sldMk cId="1864857620" sldId="262"/>
            <ac:spMk id="31" creationId="{DE4D62F9-188E-4530-84C2-24BDEE4BEB82}"/>
          </ac:spMkLst>
        </pc:spChg>
        <pc:spChg chg="add del">
          <ac:chgData name="SANJAI S" userId="bea9d504f612344b" providerId="LiveId" clId="{6E549531-A263-442A-9752-C8D7DF97FC94}" dt="2026-03-30T13:25:46.764" v="309" actId="26606"/>
          <ac:spMkLst>
            <pc:docMk/>
            <pc:sldMk cId="1864857620" sldId="262"/>
            <ac:spMk id="32" creationId="{C8A3C342-1D03-412F-8DD3-BF519E8E0AE9}"/>
          </ac:spMkLst>
        </pc:spChg>
        <pc:spChg chg="add del">
          <ac:chgData name="SANJAI S" userId="bea9d504f612344b" providerId="LiveId" clId="{6E549531-A263-442A-9752-C8D7DF97FC94}" dt="2026-03-30T13:25:46.764" v="309" actId="26606"/>
          <ac:spMkLst>
            <pc:docMk/>
            <pc:sldMk cId="1864857620" sldId="262"/>
            <ac:spMk id="33" creationId="{81CC9B02-E087-4350-AEBD-2C3CF001AF01}"/>
          </ac:spMkLst>
        </pc:spChg>
        <pc:spChg chg="add del">
          <ac:chgData name="SANJAI S" userId="bea9d504f612344b" providerId="LiveId" clId="{6E549531-A263-442A-9752-C8D7DF97FC94}" dt="2026-03-30T13:25:46.764" v="309" actId="26606"/>
          <ac:spMkLst>
            <pc:docMk/>
            <pc:sldMk cId="1864857620" sldId="262"/>
            <ac:spMk id="34" creationId="{AC3BF0FA-36FA-4CE9-840E-F7C3A8F168B5}"/>
          </ac:spMkLst>
        </pc:spChg>
        <pc:spChg chg="add del">
          <ac:chgData name="SANJAI S" userId="bea9d504f612344b" providerId="LiveId" clId="{6E549531-A263-442A-9752-C8D7DF97FC94}" dt="2026-03-30T13:25:46.764" v="309" actId="26606"/>
          <ac:spMkLst>
            <pc:docMk/>
            <pc:sldMk cId="1864857620" sldId="262"/>
            <ac:spMk id="35" creationId="{D6F18ACE-6E82-4ADC-8A2F-A1771B309B16}"/>
          </ac:spMkLst>
        </pc:spChg>
        <pc:spChg chg="add del">
          <ac:chgData name="SANJAI S" userId="bea9d504f612344b" providerId="LiveId" clId="{6E549531-A263-442A-9752-C8D7DF97FC94}" dt="2026-03-30T13:36:09.704" v="694"/>
          <ac:spMkLst>
            <pc:docMk/>
            <pc:sldMk cId="1864857620" sldId="262"/>
            <ac:spMk id="38" creationId="{4AC0CD9D-7610-4620-93B4-798CCD9AB581}"/>
          </ac:spMkLst>
        </pc:spChg>
        <pc:spChg chg="add del">
          <ac:chgData name="SANJAI S" userId="bea9d504f612344b" providerId="LiveId" clId="{6E549531-A263-442A-9752-C8D7DF97FC94}" dt="2026-03-30T13:36:09.704" v="694"/>
          <ac:spMkLst>
            <pc:docMk/>
            <pc:sldMk cId="1864857620" sldId="262"/>
            <ac:spMk id="41" creationId="{DE4D62F9-188E-4530-84C2-24BDEE4BEB82}"/>
          </ac:spMkLst>
        </pc:spChg>
        <pc:spChg chg="add del">
          <ac:chgData name="SANJAI S" userId="bea9d504f612344b" providerId="LiveId" clId="{6E549531-A263-442A-9752-C8D7DF97FC94}" dt="2026-03-30T13:36:09.704" v="694"/>
          <ac:spMkLst>
            <pc:docMk/>
            <pc:sldMk cId="1864857620" sldId="262"/>
            <ac:spMk id="42" creationId="{49076D5E-68ED-4CD1-A04F-E7934EBFAAD9}"/>
          </ac:spMkLst>
        </pc:spChg>
        <pc:spChg chg="add del">
          <ac:chgData name="SANJAI S" userId="bea9d504f612344b" providerId="LiveId" clId="{6E549531-A263-442A-9752-C8D7DF97FC94}" dt="2026-03-30T13:36:09.704" v="694"/>
          <ac:spMkLst>
            <pc:docMk/>
            <pc:sldMk cId="1864857620" sldId="262"/>
            <ac:spMk id="43" creationId="{21BE0A6B-EBF8-4301-B1AE-F6A1C4003E2A}"/>
          </ac:spMkLst>
        </pc:spChg>
        <pc:spChg chg="add del">
          <ac:chgData name="SANJAI S" userId="bea9d504f612344b" providerId="LiveId" clId="{6E549531-A263-442A-9752-C8D7DF97FC94}" dt="2026-03-30T13:36:09.704" v="694"/>
          <ac:spMkLst>
            <pc:docMk/>
            <pc:sldMk cId="1864857620" sldId="262"/>
            <ac:spMk id="44" creationId="{03C06118-B3FE-4B51-80A1-B82C2E9FF970}"/>
          </ac:spMkLst>
        </pc:spChg>
        <pc:spChg chg="add del">
          <ac:chgData name="SANJAI S" userId="bea9d504f612344b" providerId="LiveId" clId="{6E549531-A263-442A-9752-C8D7DF97FC94}" dt="2026-03-30T13:36:09.704" v="694"/>
          <ac:spMkLst>
            <pc:docMk/>
            <pc:sldMk cId="1864857620" sldId="262"/>
            <ac:spMk id="45" creationId="{172BE3F8-96D6-4535-9AE4-694DC4F5B13F}"/>
          </ac:spMkLst>
        </pc:spChg>
        <pc:spChg chg="add">
          <ac:chgData name="SANJAI S" userId="bea9d504f612344b" providerId="LiveId" clId="{6E549531-A263-442A-9752-C8D7DF97FC94}" dt="2026-03-30T13:36:29.209" v="696" actId="26606"/>
          <ac:spMkLst>
            <pc:docMk/>
            <pc:sldMk cId="1864857620" sldId="262"/>
            <ac:spMk id="48" creationId="{4AC0CD9D-7610-4620-93B4-798CCD9AB581}"/>
          </ac:spMkLst>
        </pc:spChg>
        <pc:spChg chg="add">
          <ac:chgData name="SANJAI S" userId="bea9d504f612344b" providerId="LiveId" clId="{6E549531-A263-442A-9752-C8D7DF97FC94}" dt="2026-03-30T13:36:29.209" v="696" actId="26606"/>
          <ac:spMkLst>
            <pc:docMk/>
            <pc:sldMk cId="1864857620" sldId="262"/>
            <ac:spMk id="51" creationId="{DE4D62F9-188E-4530-84C2-24BDEE4BEB82}"/>
          </ac:spMkLst>
        </pc:spChg>
        <pc:spChg chg="add">
          <ac:chgData name="SANJAI S" userId="bea9d504f612344b" providerId="LiveId" clId="{6E549531-A263-442A-9752-C8D7DF97FC94}" dt="2026-03-30T13:36:29.209" v="696" actId="26606"/>
          <ac:spMkLst>
            <pc:docMk/>
            <pc:sldMk cId="1864857620" sldId="262"/>
            <ac:spMk id="52" creationId="{49076D5E-68ED-4CD1-A04F-E7934EBFAAD9}"/>
          </ac:spMkLst>
        </pc:spChg>
        <pc:spChg chg="add">
          <ac:chgData name="SANJAI S" userId="bea9d504f612344b" providerId="LiveId" clId="{6E549531-A263-442A-9752-C8D7DF97FC94}" dt="2026-03-30T13:36:29.209" v="696" actId="26606"/>
          <ac:spMkLst>
            <pc:docMk/>
            <pc:sldMk cId="1864857620" sldId="262"/>
            <ac:spMk id="53" creationId="{21BE0A6B-EBF8-4301-B1AE-F6A1C4003E2A}"/>
          </ac:spMkLst>
        </pc:spChg>
        <pc:spChg chg="add">
          <ac:chgData name="SANJAI S" userId="bea9d504f612344b" providerId="LiveId" clId="{6E549531-A263-442A-9752-C8D7DF97FC94}" dt="2026-03-30T13:36:29.209" v="696" actId="26606"/>
          <ac:spMkLst>
            <pc:docMk/>
            <pc:sldMk cId="1864857620" sldId="262"/>
            <ac:spMk id="54" creationId="{03C06118-B3FE-4B51-80A1-B82C2E9FF970}"/>
          </ac:spMkLst>
        </pc:spChg>
        <pc:spChg chg="add">
          <ac:chgData name="SANJAI S" userId="bea9d504f612344b" providerId="LiveId" clId="{6E549531-A263-442A-9752-C8D7DF97FC94}" dt="2026-03-30T13:36:29.209" v="696" actId="26606"/>
          <ac:spMkLst>
            <pc:docMk/>
            <pc:sldMk cId="1864857620" sldId="262"/>
            <ac:spMk id="55" creationId="{172BE3F8-96D6-4535-9AE4-694DC4F5B13F}"/>
          </ac:spMkLst>
        </pc:spChg>
        <pc:picChg chg="mod ord">
          <ac:chgData name="SANJAI S" userId="bea9d504f612344b" providerId="LiveId" clId="{6E549531-A263-442A-9752-C8D7DF97FC94}" dt="2026-03-30T13:26:11.925" v="327" actId="26606"/>
          <ac:picMkLst>
            <pc:docMk/>
            <pc:sldMk cId="1864857620" sldId="262"/>
            <ac:picMk id="2" creationId="{8CBCD197-0457-B2FA-3430-5401EAEF3169}"/>
          </ac:picMkLst>
        </pc:picChg>
        <pc:picChg chg="add del">
          <ac:chgData name="SANJAI S" userId="bea9d504f612344b" providerId="LiveId" clId="{6E549531-A263-442A-9752-C8D7DF97FC94}" dt="2026-03-30T13:25:47.606" v="312"/>
          <ac:picMkLst>
            <pc:docMk/>
            <pc:sldMk cId="1864857620" sldId="262"/>
            <ac:picMk id="6" creationId="{41B68C77-138E-4BF7-A276-BD0C78A4219F}"/>
          </ac:picMkLst>
        </pc:picChg>
        <pc:picChg chg="add del">
          <ac:chgData name="SANJAI S" userId="bea9d504f612344b" providerId="LiveId" clId="{6E549531-A263-442A-9752-C8D7DF97FC94}" dt="2026-03-30T13:25:47.606" v="312"/>
          <ac:picMkLst>
            <pc:docMk/>
            <pc:sldMk cId="1864857620" sldId="262"/>
            <ac:picMk id="7" creationId="{7C268552-D473-46ED-B1B8-422042C4DEF1}"/>
          </ac:picMkLst>
        </pc:picChg>
        <pc:picChg chg="add del">
          <ac:chgData name="SANJAI S" userId="bea9d504f612344b" providerId="LiveId" clId="{6E549531-A263-442A-9752-C8D7DF97FC94}" dt="2026-03-30T13:25:55.524" v="324"/>
          <ac:picMkLst>
            <pc:docMk/>
            <pc:sldMk cId="1864857620" sldId="262"/>
            <ac:picMk id="9" creationId="{41B68C77-138E-4BF7-A276-BD0C78A4219F}"/>
          </ac:picMkLst>
        </pc:picChg>
        <pc:picChg chg="add del">
          <ac:chgData name="SANJAI S" userId="bea9d504f612344b" providerId="LiveId" clId="{6E549531-A263-442A-9752-C8D7DF97FC94}" dt="2026-03-30T13:25:48.118" v="315" actId="26606"/>
          <ac:picMkLst>
            <pc:docMk/>
            <pc:sldMk cId="1864857620" sldId="262"/>
            <ac:picMk id="10" creationId="{B9238B3E-24AA-439A-B527-6C5DF6D72145}"/>
          </ac:picMkLst>
        </pc:picChg>
        <pc:picChg chg="add del">
          <ac:chgData name="SANJAI S" userId="bea9d504f612344b" providerId="LiveId" clId="{6E549531-A263-442A-9752-C8D7DF97FC94}" dt="2026-03-30T13:25:55.524" v="324"/>
          <ac:picMkLst>
            <pc:docMk/>
            <pc:sldMk cId="1864857620" sldId="262"/>
            <ac:picMk id="11" creationId="{7C268552-D473-46ED-B1B8-422042C4DEF1}"/>
          </ac:picMkLst>
        </pc:picChg>
        <pc:picChg chg="add del">
          <ac:chgData name="SANJAI S" userId="bea9d504f612344b" providerId="LiveId" clId="{6E549531-A263-442A-9752-C8D7DF97FC94}" dt="2026-03-30T13:25:47.606" v="312"/>
          <ac:picMkLst>
            <pc:docMk/>
            <pc:sldMk cId="1864857620" sldId="262"/>
            <ac:picMk id="12" creationId="{69F01145-BEA3-4CBF-AA21-10077B948CA8}"/>
          </ac:picMkLst>
        </pc:picChg>
        <pc:picChg chg="add del">
          <ac:chgData name="SANJAI S" userId="bea9d504f612344b" providerId="LiveId" clId="{6E549531-A263-442A-9752-C8D7DF97FC94}" dt="2026-03-30T13:25:55.524" v="324"/>
          <ac:picMkLst>
            <pc:docMk/>
            <pc:sldMk cId="1864857620" sldId="262"/>
            <ac:picMk id="15" creationId="{B9238B3E-24AA-439A-B527-6C5DF6D72145}"/>
          </ac:picMkLst>
        </pc:picChg>
        <pc:picChg chg="add del">
          <ac:chgData name="SANJAI S" userId="bea9d504f612344b" providerId="LiveId" clId="{6E549531-A263-442A-9752-C8D7DF97FC94}" dt="2026-03-30T13:25:55.524" v="324"/>
          <ac:picMkLst>
            <pc:docMk/>
            <pc:sldMk cId="1864857620" sldId="262"/>
            <ac:picMk id="17" creationId="{69F01145-BEA3-4CBF-AA21-10077B948CA8}"/>
          </ac:picMkLst>
        </pc:picChg>
        <pc:picChg chg="add del">
          <ac:chgData name="SANJAI S" userId="bea9d504f612344b" providerId="LiveId" clId="{6E549531-A263-442A-9752-C8D7DF97FC94}" dt="2026-03-30T13:25:44.199" v="307"/>
          <ac:picMkLst>
            <pc:docMk/>
            <pc:sldMk cId="1864857620" sldId="262"/>
            <ac:picMk id="24" creationId="{41B68C77-138E-4BF7-A276-BD0C78A4219F}"/>
          </ac:picMkLst>
        </pc:picChg>
        <pc:picChg chg="add del">
          <ac:chgData name="SANJAI S" userId="bea9d504f612344b" providerId="LiveId" clId="{6E549531-A263-442A-9752-C8D7DF97FC94}" dt="2026-03-30T13:25:46.764" v="309" actId="26606"/>
          <ac:picMkLst>
            <pc:docMk/>
            <pc:sldMk cId="1864857620" sldId="262"/>
            <ac:picMk id="26" creationId="{7C268552-D473-46ED-B1B8-422042C4DEF1}"/>
          </ac:picMkLst>
        </pc:picChg>
        <pc:picChg chg="add del">
          <ac:chgData name="SANJAI S" userId="bea9d504f612344b" providerId="LiveId" clId="{6E549531-A263-442A-9752-C8D7DF97FC94}" dt="2026-03-30T13:25:44.199" v="307"/>
          <ac:picMkLst>
            <pc:docMk/>
            <pc:sldMk cId="1864857620" sldId="262"/>
            <ac:picMk id="29" creationId="{B9238B3E-24AA-439A-B527-6C5DF6D72145}"/>
          </ac:picMkLst>
        </pc:picChg>
        <pc:picChg chg="add del">
          <ac:chgData name="SANJAI S" userId="bea9d504f612344b" providerId="LiveId" clId="{6E549531-A263-442A-9752-C8D7DF97FC94}" dt="2026-03-30T13:25:44.199" v="307"/>
          <ac:picMkLst>
            <pc:docMk/>
            <pc:sldMk cId="1864857620" sldId="262"/>
            <ac:picMk id="30" creationId="{69F01145-BEA3-4CBF-AA21-10077B948CA8}"/>
          </ac:picMkLst>
        </pc:picChg>
        <pc:picChg chg="add del">
          <ac:chgData name="SANJAI S" userId="bea9d504f612344b" providerId="LiveId" clId="{6E549531-A263-442A-9752-C8D7DF97FC94}" dt="2026-03-30T13:36:09.704" v="694"/>
          <ac:picMkLst>
            <pc:docMk/>
            <pc:sldMk cId="1864857620" sldId="262"/>
            <ac:picMk id="36" creationId="{41B68C77-138E-4BF7-A276-BD0C78A4219F}"/>
          </ac:picMkLst>
        </pc:picChg>
        <pc:picChg chg="del">
          <ac:chgData name="SANJAI S" userId="bea9d504f612344b" providerId="LiveId" clId="{6E549531-A263-442A-9752-C8D7DF97FC94}" dt="2026-03-30T13:36:09.704" v="694"/>
          <ac:picMkLst>
            <pc:docMk/>
            <pc:sldMk cId="1864857620" sldId="262"/>
            <ac:picMk id="37" creationId="{7C268552-D473-46ED-B1B8-422042C4DEF1}"/>
          </ac:picMkLst>
        </pc:picChg>
        <pc:picChg chg="del">
          <ac:chgData name="SANJAI S" userId="bea9d504f612344b" providerId="LiveId" clId="{6E549531-A263-442A-9752-C8D7DF97FC94}" dt="2026-03-30T13:36:09.704" v="694"/>
          <ac:picMkLst>
            <pc:docMk/>
            <pc:sldMk cId="1864857620" sldId="262"/>
            <ac:picMk id="39" creationId="{B9238B3E-24AA-439A-B527-6C5DF6D72145}"/>
          </ac:picMkLst>
        </pc:picChg>
        <pc:picChg chg="del">
          <ac:chgData name="SANJAI S" userId="bea9d504f612344b" providerId="LiveId" clId="{6E549531-A263-442A-9752-C8D7DF97FC94}" dt="2026-03-30T13:36:09.704" v="694"/>
          <ac:picMkLst>
            <pc:docMk/>
            <pc:sldMk cId="1864857620" sldId="262"/>
            <ac:picMk id="40" creationId="{69F01145-BEA3-4CBF-AA21-10077B948CA8}"/>
          </ac:picMkLst>
        </pc:picChg>
        <pc:picChg chg="add">
          <ac:chgData name="SANJAI S" userId="bea9d504f612344b" providerId="LiveId" clId="{6E549531-A263-442A-9752-C8D7DF97FC94}" dt="2026-03-30T13:36:29.209" v="696" actId="26606"/>
          <ac:picMkLst>
            <pc:docMk/>
            <pc:sldMk cId="1864857620" sldId="262"/>
            <ac:picMk id="46" creationId="{41B68C77-138E-4BF7-A276-BD0C78A4219F}"/>
          </ac:picMkLst>
        </pc:picChg>
        <pc:picChg chg="add">
          <ac:chgData name="SANJAI S" userId="bea9d504f612344b" providerId="LiveId" clId="{6E549531-A263-442A-9752-C8D7DF97FC94}" dt="2026-03-30T13:36:29.209" v="696" actId="26606"/>
          <ac:picMkLst>
            <pc:docMk/>
            <pc:sldMk cId="1864857620" sldId="262"/>
            <ac:picMk id="47" creationId="{7C268552-D473-46ED-B1B8-422042C4DEF1}"/>
          </ac:picMkLst>
        </pc:picChg>
        <pc:picChg chg="add">
          <ac:chgData name="SANJAI S" userId="bea9d504f612344b" providerId="LiveId" clId="{6E549531-A263-442A-9752-C8D7DF97FC94}" dt="2026-03-30T13:36:29.209" v="696" actId="26606"/>
          <ac:picMkLst>
            <pc:docMk/>
            <pc:sldMk cId="1864857620" sldId="262"/>
            <ac:picMk id="49" creationId="{B9238B3E-24AA-439A-B527-6C5DF6D72145}"/>
          </ac:picMkLst>
        </pc:picChg>
        <pc:picChg chg="add">
          <ac:chgData name="SANJAI S" userId="bea9d504f612344b" providerId="LiveId" clId="{6E549531-A263-442A-9752-C8D7DF97FC94}" dt="2026-03-30T13:36:29.209" v="696" actId="26606"/>
          <ac:picMkLst>
            <pc:docMk/>
            <pc:sldMk cId="1864857620" sldId="262"/>
            <ac:picMk id="50" creationId="{69F01145-BEA3-4CBF-AA21-10077B948CA8}"/>
          </ac:picMkLst>
        </pc:picChg>
      </pc:sldChg>
      <pc:sldChg chg="addSp delSp modSp mod setBg delDesignElem">
        <pc:chgData name="SANJAI S" userId="bea9d504f612344b" providerId="LiveId" clId="{6E549531-A263-442A-9752-C8D7DF97FC94}" dt="2026-03-30T13:25:55.524" v="324"/>
        <pc:sldMkLst>
          <pc:docMk/>
          <pc:sldMk cId="3099163664" sldId="263"/>
        </pc:sldMkLst>
        <pc:spChg chg="mod">
          <ac:chgData name="SANJAI S" userId="bea9d504f612344b" providerId="LiveId" clId="{6E549531-A263-442A-9752-C8D7DF97FC94}" dt="2026-03-30T13:09:32.971" v="261" actId="26606"/>
          <ac:spMkLst>
            <pc:docMk/>
            <pc:sldMk cId="3099163664" sldId="263"/>
            <ac:spMk id="3" creationId="{43BED520-769F-BC63-0416-0AD8019E3F7F}"/>
          </ac:spMkLst>
        </pc:spChg>
        <pc:spChg chg="mod">
          <ac:chgData name="SANJAI S" userId="bea9d504f612344b" providerId="LiveId" clId="{6E549531-A263-442A-9752-C8D7DF97FC94}" dt="2026-03-30T13:09:32.971" v="261" actId="26606"/>
          <ac:spMkLst>
            <pc:docMk/>
            <pc:sldMk cId="3099163664" sldId="263"/>
            <ac:spMk id="4" creationId="{B5CFD790-1D82-E45F-BE67-0C36BFC368C6}"/>
          </ac:spMkLst>
        </pc:spChg>
        <pc:spChg chg="add del">
          <ac:chgData name="SANJAI S" userId="bea9d504f612344b" providerId="LiveId" clId="{6E549531-A263-442A-9752-C8D7DF97FC94}" dt="2026-03-30T13:25:55.524" v="324"/>
          <ac:spMkLst>
            <pc:docMk/>
            <pc:sldMk cId="3099163664" sldId="263"/>
            <ac:spMk id="8" creationId="{989BE678-777B-482A-A616-FEDC47B162E5}"/>
          </ac:spMkLst>
        </pc:spChg>
        <pc:spChg chg="add del">
          <ac:chgData name="SANJAI S" userId="bea9d504f612344b" providerId="LiveId" clId="{6E549531-A263-442A-9752-C8D7DF97FC94}" dt="2026-03-30T13:08:50.531" v="252"/>
          <ac:spMkLst>
            <pc:docMk/>
            <pc:sldMk cId="3099163664" sldId="263"/>
            <ac:spMk id="13" creationId="{989BE678-777B-482A-A616-FEDC47B162E5}"/>
          </ac:spMkLst>
        </pc:spChg>
        <pc:spChg chg="add del">
          <ac:chgData name="SANJAI S" userId="bea9d504f612344b" providerId="LiveId" clId="{6E549531-A263-442A-9752-C8D7DF97FC94}" dt="2026-03-30T13:25:55.524" v="324"/>
          <ac:spMkLst>
            <pc:docMk/>
            <pc:sldMk cId="3099163664" sldId="263"/>
            <ac:spMk id="14" creationId="{D28BE0C3-2102-4820-B88B-A448B1840D14}"/>
          </ac:spMkLst>
        </pc:spChg>
        <pc:spChg chg="add del">
          <ac:chgData name="SANJAI S" userId="bea9d504f612344b" providerId="LiveId" clId="{6E549531-A263-442A-9752-C8D7DF97FC94}" dt="2026-03-30T13:25:55.524" v="324"/>
          <ac:spMkLst>
            <pc:docMk/>
            <pc:sldMk cId="3099163664" sldId="263"/>
            <ac:spMk id="16" creationId="{A26E2FAE-FA60-497B-B2CB-7702C6FF3A3F}"/>
          </ac:spMkLst>
        </pc:spChg>
        <pc:spChg chg="add del">
          <ac:chgData name="SANJAI S" userId="bea9d504f612344b" providerId="LiveId" clId="{6E549531-A263-442A-9752-C8D7DF97FC94}" dt="2026-03-30T13:08:50.531" v="252"/>
          <ac:spMkLst>
            <pc:docMk/>
            <pc:sldMk cId="3099163664" sldId="263"/>
            <ac:spMk id="19" creationId="{D28BE0C3-2102-4820-B88B-A448B1840D14}"/>
          </ac:spMkLst>
        </pc:spChg>
        <pc:spChg chg="add del">
          <ac:chgData name="SANJAI S" userId="bea9d504f612344b" providerId="LiveId" clId="{6E549531-A263-442A-9752-C8D7DF97FC94}" dt="2026-03-30T13:08:50.531" v="252"/>
          <ac:spMkLst>
            <pc:docMk/>
            <pc:sldMk cId="3099163664" sldId="263"/>
            <ac:spMk id="21" creationId="{A93A089E-0A16-452C-B341-0F769780D262}"/>
          </ac:spMkLst>
        </pc:spChg>
        <pc:picChg chg="mod ord">
          <ac:chgData name="SANJAI S" userId="bea9d504f612344b" providerId="LiveId" clId="{6E549531-A263-442A-9752-C8D7DF97FC94}" dt="2026-03-30T13:16:19.559" v="266" actId="14826"/>
          <ac:picMkLst>
            <pc:docMk/>
            <pc:sldMk cId="3099163664" sldId="263"/>
            <ac:picMk id="2" creationId="{5097FB08-C78D-EF7A-A1D1-84731DD1CE97}"/>
          </ac:picMkLst>
        </pc:picChg>
        <pc:picChg chg="add del">
          <ac:chgData name="SANJAI S" userId="bea9d504f612344b" providerId="LiveId" clId="{6E549531-A263-442A-9752-C8D7DF97FC94}" dt="2026-03-30T13:25:55.524" v="324"/>
          <ac:picMkLst>
            <pc:docMk/>
            <pc:sldMk cId="3099163664" sldId="263"/>
            <ac:picMk id="6" creationId="{DF19BAF3-7E20-4B9D-B544-BABAEEA1FA75}"/>
          </ac:picMkLst>
        </pc:picChg>
        <pc:picChg chg="add del">
          <ac:chgData name="SANJAI S" userId="bea9d504f612344b" providerId="LiveId" clId="{6E549531-A263-442A-9752-C8D7DF97FC94}" dt="2026-03-30T13:25:55.524" v="324"/>
          <ac:picMkLst>
            <pc:docMk/>
            <pc:sldMk cId="3099163664" sldId="263"/>
            <ac:picMk id="7" creationId="{950648F4-ABCD-4DF0-8641-76CFB2354721}"/>
          </ac:picMkLst>
        </pc:picChg>
        <pc:picChg chg="add del">
          <ac:chgData name="SANJAI S" userId="bea9d504f612344b" providerId="LiveId" clId="{6E549531-A263-442A-9752-C8D7DF97FC94}" dt="2026-03-30T13:08:50.531" v="252"/>
          <ac:picMkLst>
            <pc:docMk/>
            <pc:sldMk cId="3099163664" sldId="263"/>
            <ac:picMk id="9" creationId="{DF19BAF3-7E20-4B9D-B544-BABAEEA1FA75}"/>
          </ac:picMkLst>
        </pc:picChg>
        <pc:picChg chg="add del">
          <ac:chgData name="SANJAI S" userId="bea9d504f612344b" providerId="LiveId" clId="{6E549531-A263-442A-9752-C8D7DF97FC94}" dt="2026-03-30T13:25:55.524" v="324"/>
          <ac:picMkLst>
            <pc:docMk/>
            <pc:sldMk cId="3099163664" sldId="263"/>
            <ac:picMk id="10" creationId="{CF1EB4BD-9C7E-4AA3-9681-C7EB0DA6250B}"/>
          </ac:picMkLst>
        </pc:picChg>
        <pc:picChg chg="add del">
          <ac:chgData name="SANJAI S" userId="bea9d504f612344b" providerId="LiveId" clId="{6E549531-A263-442A-9752-C8D7DF97FC94}" dt="2026-03-30T13:08:50.531" v="252"/>
          <ac:picMkLst>
            <pc:docMk/>
            <pc:sldMk cId="3099163664" sldId="263"/>
            <ac:picMk id="11" creationId="{950648F4-ABCD-4DF0-8641-76CFB2354721}"/>
          </ac:picMkLst>
        </pc:picChg>
        <pc:picChg chg="add del">
          <ac:chgData name="SANJAI S" userId="bea9d504f612344b" providerId="LiveId" clId="{6E549531-A263-442A-9752-C8D7DF97FC94}" dt="2026-03-30T13:25:55.524" v="324"/>
          <ac:picMkLst>
            <pc:docMk/>
            <pc:sldMk cId="3099163664" sldId="263"/>
            <ac:picMk id="12" creationId="{94AAE3AA-3759-4D28-B0EF-575F25A5146C}"/>
          </ac:picMkLst>
        </pc:picChg>
        <pc:picChg chg="add del">
          <ac:chgData name="SANJAI S" userId="bea9d504f612344b" providerId="LiveId" clId="{6E549531-A263-442A-9752-C8D7DF97FC94}" dt="2026-03-30T13:08:50.531" v="252"/>
          <ac:picMkLst>
            <pc:docMk/>
            <pc:sldMk cId="3099163664" sldId="263"/>
            <ac:picMk id="15" creationId="{CF1EB4BD-9C7E-4AA3-9681-C7EB0DA6250B}"/>
          </ac:picMkLst>
        </pc:picChg>
        <pc:picChg chg="add del">
          <ac:chgData name="SANJAI S" userId="bea9d504f612344b" providerId="LiveId" clId="{6E549531-A263-442A-9752-C8D7DF97FC94}" dt="2026-03-30T13:08:50.531" v="252"/>
          <ac:picMkLst>
            <pc:docMk/>
            <pc:sldMk cId="3099163664" sldId="263"/>
            <ac:picMk id="17" creationId="{94AAE3AA-3759-4D28-B0EF-575F25A5146C}"/>
          </ac:picMkLst>
        </pc:picChg>
      </pc:sldChg>
      <pc:sldChg chg="addSp delSp modSp new mod setBg setClrOvrMap delDesignElem">
        <pc:chgData name="SANJAI S" userId="bea9d504f612344b" providerId="LiveId" clId="{6E549531-A263-442A-9752-C8D7DF97FC94}" dt="2026-03-30T13:36:43.408" v="697" actId="26606"/>
        <pc:sldMkLst>
          <pc:docMk/>
          <pc:sldMk cId="2527842875" sldId="264"/>
        </pc:sldMkLst>
        <pc:spChg chg="add del mod">
          <ac:chgData name="SANJAI S" userId="bea9d504f612344b" providerId="LiveId" clId="{6E549531-A263-442A-9752-C8D7DF97FC94}" dt="2026-03-30T13:25:55.524" v="324"/>
          <ac:spMkLst>
            <pc:docMk/>
            <pc:sldMk cId="2527842875" sldId="264"/>
            <ac:spMk id="4" creationId="{1F0C2991-CF17-A713-6A27-EFC487724AA5}"/>
          </ac:spMkLst>
        </pc:spChg>
        <pc:spChg chg="add del mod">
          <ac:chgData name="SANJAI S" userId="bea9d504f612344b" providerId="LiveId" clId="{6E549531-A263-442A-9752-C8D7DF97FC94}" dt="2026-03-30T13:25:55.524" v="324"/>
          <ac:spMkLst>
            <pc:docMk/>
            <pc:sldMk cId="2527842875" sldId="264"/>
            <ac:spMk id="7" creationId="{84C2DB56-E51C-48DD-1581-60946744CB4F}"/>
          </ac:spMkLst>
        </pc:spChg>
        <pc:spChg chg="add del mod">
          <ac:chgData name="SANJAI S" userId="bea9d504f612344b" providerId="LiveId" clId="{6E549531-A263-442A-9752-C8D7DF97FC94}" dt="2026-03-30T13:25:55.524" v="324"/>
          <ac:spMkLst>
            <pc:docMk/>
            <pc:sldMk cId="2527842875" sldId="264"/>
            <ac:spMk id="8" creationId="{EB75B2AD-F27B-1BAC-2EDF-2A47E4DBDF94}"/>
          </ac:spMkLst>
        </pc:spChg>
        <pc:spChg chg="add del mod">
          <ac:chgData name="SANJAI S" userId="bea9d504f612344b" providerId="LiveId" clId="{6E549531-A263-442A-9752-C8D7DF97FC94}" dt="2026-03-30T13:25:55.524" v="324"/>
          <ac:spMkLst>
            <pc:docMk/>
            <pc:sldMk cId="2527842875" sldId="264"/>
            <ac:spMk id="9" creationId="{4B30E40F-D0B4-40A2-7C2A-D739421278C8}"/>
          </ac:spMkLst>
        </pc:spChg>
        <pc:spChg chg="add del mod">
          <ac:chgData name="SANJAI S" userId="bea9d504f612344b" providerId="LiveId" clId="{6E549531-A263-442A-9752-C8D7DF97FC94}" dt="2026-03-30T13:25:55.524" v="324"/>
          <ac:spMkLst>
            <pc:docMk/>
            <pc:sldMk cId="2527842875" sldId="264"/>
            <ac:spMk id="10" creationId="{39B14D86-1266-4235-5F69-9925DD59941A}"/>
          </ac:spMkLst>
        </pc:spChg>
        <pc:spChg chg="add mod">
          <ac:chgData name="SANJAI S" userId="bea9d504f612344b" providerId="LiveId" clId="{6E549531-A263-442A-9752-C8D7DF97FC94}" dt="2026-03-30T13:36:43.408" v="697" actId="26606"/>
          <ac:spMkLst>
            <pc:docMk/>
            <pc:sldMk cId="2527842875" sldId="264"/>
            <ac:spMk id="11" creationId="{91F2305B-4B5F-B76B-1DC6-55BF3592814D}"/>
          </ac:spMkLst>
        </pc:spChg>
        <pc:spChg chg="add del mod">
          <ac:chgData name="SANJAI S" userId="bea9d504f612344b" providerId="LiveId" clId="{6E549531-A263-442A-9752-C8D7DF97FC94}" dt="2026-03-30T13:25:55.524" v="324"/>
          <ac:spMkLst>
            <pc:docMk/>
            <pc:sldMk cId="2527842875" sldId="264"/>
            <ac:spMk id="12" creationId="{3349FFF2-5A5C-E35A-1125-B23ECCD6F138}"/>
          </ac:spMkLst>
        </pc:spChg>
        <pc:spChg chg="add del mod ord">
          <ac:chgData name="SANJAI S" userId="bea9d504f612344b" providerId="LiveId" clId="{6E549531-A263-442A-9752-C8D7DF97FC94}" dt="2026-03-30T13:36:43.408" v="697" actId="26606"/>
          <ac:spMkLst>
            <pc:docMk/>
            <pc:sldMk cId="2527842875" sldId="264"/>
            <ac:spMk id="13" creationId="{AB996237-2193-10BC-F461-7026539B603D}"/>
          </ac:spMkLst>
        </pc:spChg>
        <pc:spChg chg="add">
          <ac:chgData name="SANJAI S" userId="bea9d504f612344b" providerId="LiveId" clId="{6E549531-A263-442A-9752-C8D7DF97FC94}" dt="2026-03-30T13:36:43.408" v="697" actId="26606"/>
          <ac:spMkLst>
            <pc:docMk/>
            <pc:sldMk cId="2527842875" sldId="264"/>
            <ac:spMk id="20" creationId="{4AC0CD9D-7610-4620-93B4-798CCD9AB581}"/>
          </ac:spMkLst>
        </pc:spChg>
        <pc:spChg chg="add del">
          <ac:chgData name="SANJAI S" userId="bea9d504f612344b" providerId="LiveId" clId="{6E549531-A263-442A-9752-C8D7DF97FC94}" dt="2026-03-30T13:27:06.912" v="331" actId="26606"/>
          <ac:spMkLst>
            <pc:docMk/>
            <pc:sldMk cId="2527842875" sldId="264"/>
            <ac:spMk id="23" creationId="{989BE678-777B-482A-A616-FEDC47B162E5}"/>
          </ac:spMkLst>
        </pc:spChg>
        <pc:spChg chg="add">
          <ac:chgData name="SANJAI S" userId="bea9d504f612344b" providerId="LiveId" clId="{6E549531-A263-442A-9752-C8D7DF97FC94}" dt="2026-03-30T13:36:43.408" v="697" actId="26606"/>
          <ac:spMkLst>
            <pc:docMk/>
            <pc:sldMk cId="2527842875" sldId="264"/>
            <ac:spMk id="26" creationId="{DE4D62F9-188E-4530-84C2-24BDEE4BEB82}"/>
          </ac:spMkLst>
        </pc:spChg>
        <pc:spChg chg="add">
          <ac:chgData name="SANJAI S" userId="bea9d504f612344b" providerId="LiveId" clId="{6E549531-A263-442A-9752-C8D7DF97FC94}" dt="2026-03-30T13:36:43.408" v="697" actId="26606"/>
          <ac:spMkLst>
            <pc:docMk/>
            <pc:sldMk cId="2527842875" sldId="264"/>
            <ac:spMk id="28" creationId="{49076D5E-68ED-4CD1-A04F-E7934EBFAAD9}"/>
          </ac:spMkLst>
        </pc:spChg>
        <pc:spChg chg="add del">
          <ac:chgData name="SANJAI S" userId="bea9d504f612344b" providerId="LiveId" clId="{6E549531-A263-442A-9752-C8D7DF97FC94}" dt="2026-03-30T13:27:06.912" v="331" actId="26606"/>
          <ac:spMkLst>
            <pc:docMk/>
            <pc:sldMk cId="2527842875" sldId="264"/>
            <ac:spMk id="29" creationId="{D28BE0C3-2102-4820-B88B-A448B1840D14}"/>
          </ac:spMkLst>
        </pc:spChg>
        <pc:spChg chg="add">
          <ac:chgData name="SANJAI S" userId="bea9d504f612344b" providerId="LiveId" clId="{6E549531-A263-442A-9752-C8D7DF97FC94}" dt="2026-03-30T13:36:43.408" v="697" actId="26606"/>
          <ac:spMkLst>
            <pc:docMk/>
            <pc:sldMk cId="2527842875" sldId="264"/>
            <ac:spMk id="30" creationId="{21BE0A6B-EBF8-4301-B1AE-F6A1C4003E2A}"/>
          </ac:spMkLst>
        </pc:spChg>
        <pc:spChg chg="add del">
          <ac:chgData name="SANJAI S" userId="bea9d504f612344b" providerId="LiveId" clId="{6E549531-A263-442A-9752-C8D7DF97FC94}" dt="2026-03-30T13:27:06.912" v="331" actId="26606"/>
          <ac:spMkLst>
            <pc:docMk/>
            <pc:sldMk cId="2527842875" sldId="264"/>
            <ac:spMk id="31" creationId="{A26E2FAE-FA60-497B-B2CB-7702C6FF3A3F}"/>
          </ac:spMkLst>
        </pc:spChg>
        <pc:spChg chg="add">
          <ac:chgData name="SANJAI S" userId="bea9d504f612344b" providerId="LiveId" clId="{6E549531-A263-442A-9752-C8D7DF97FC94}" dt="2026-03-30T13:36:43.408" v="697" actId="26606"/>
          <ac:spMkLst>
            <pc:docMk/>
            <pc:sldMk cId="2527842875" sldId="264"/>
            <ac:spMk id="32" creationId="{03C06118-B3FE-4B51-80A1-B82C2E9FF970}"/>
          </ac:spMkLst>
        </pc:spChg>
        <pc:spChg chg="add del">
          <ac:chgData name="SANJAI S" userId="bea9d504f612344b" providerId="LiveId" clId="{6E549531-A263-442A-9752-C8D7DF97FC94}" dt="2026-03-30T13:36:09.704" v="694"/>
          <ac:spMkLst>
            <pc:docMk/>
            <pc:sldMk cId="2527842875" sldId="264"/>
            <ac:spMk id="33" creationId="{A721560C-E4AB-4287-A29C-3F6916794CB9}"/>
          </ac:spMkLst>
        </pc:spChg>
        <pc:spChg chg="add del">
          <ac:chgData name="SANJAI S" userId="bea9d504f612344b" providerId="LiveId" clId="{6E549531-A263-442A-9752-C8D7DF97FC94}" dt="2026-03-30T13:36:09.704" v="694"/>
          <ac:spMkLst>
            <pc:docMk/>
            <pc:sldMk cId="2527842875" sldId="264"/>
            <ac:spMk id="35" creationId="{DF6CFF07-D953-4F9C-9A0E-E0A6AACB6158}"/>
          </ac:spMkLst>
        </pc:spChg>
        <pc:spChg chg="add del">
          <ac:chgData name="SANJAI S" userId="bea9d504f612344b" providerId="LiveId" clId="{6E549531-A263-442A-9752-C8D7DF97FC94}" dt="2026-03-30T13:36:09.704" v="694"/>
          <ac:spMkLst>
            <pc:docMk/>
            <pc:sldMk cId="2527842875" sldId="264"/>
            <ac:spMk id="37" creationId="{DAA4FEEE-0B5F-41BF-825D-60F9FB089568}"/>
          </ac:spMkLst>
        </pc:spChg>
        <pc:spChg chg="add del">
          <ac:chgData name="SANJAI S" userId="bea9d504f612344b" providerId="LiveId" clId="{6E549531-A263-442A-9752-C8D7DF97FC94}" dt="2026-03-30T13:36:09.704" v="694"/>
          <ac:spMkLst>
            <pc:docMk/>
            <pc:sldMk cId="2527842875" sldId="264"/>
            <ac:spMk id="38" creationId="{4AC0CD9D-7610-4620-93B4-798CCD9AB581}"/>
          </ac:spMkLst>
        </pc:spChg>
        <pc:spChg chg="add del">
          <ac:chgData name="SANJAI S" userId="bea9d504f612344b" providerId="LiveId" clId="{6E549531-A263-442A-9752-C8D7DF97FC94}" dt="2026-03-30T13:36:09.704" v="694"/>
          <ac:spMkLst>
            <pc:docMk/>
            <pc:sldMk cId="2527842875" sldId="264"/>
            <ac:spMk id="41" creationId="{DE4D62F9-188E-4530-84C2-24BDEE4BEB82}"/>
          </ac:spMkLst>
        </pc:spChg>
        <pc:spChg chg="add del">
          <ac:chgData name="SANJAI S" userId="bea9d504f612344b" providerId="LiveId" clId="{6E549531-A263-442A-9752-C8D7DF97FC94}" dt="2026-03-30T13:36:09.704" v="694"/>
          <ac:spMkLst>
            <pc:docMk/>
            <pc:sldMk cId="2527842875" sldId="264"/>
            <ac:spMk id="42" creationId="{EE4E366E-272A-409E-840F-9A6A64A9E3FF}"/>
          </ac:spMkLst>
        </pc:spChg>
        <pc:spChg chg="add">
          <ac:chgData name="SANJAI S" userId="bea9d504f612344b" providerId="LiveId" clId="{6E549531-A263-442A-9752-C8D7DF97FC94}" dt="2026-03-30T13:36:43.408" v="697" actId="26606"/>
          <ac:spMkLst>
            <pc:docMk/>
            <pc:sldMk cId="2527842875" sldId="264"/>
            <ac:spMk id="43" creationId="{172BE3F8-96D6-4535-9AE4-694DC4F5B13F}"/>
          </ac:spMkLst>
        </pc:spChg>
        <pc:graphicFrameChg chg="add del modGraphic">
          <ac:chgData name="SANJAI S" userId="bea9d504f612344b" providerId="LiveId" clId="{6E549531-A263-442A-9752-C8D7DF97FC94}" dt="2026-03-30T13:25:47.943" v="314" actId="26606"/>
          <ac:graphicFrameMkLst>
            <pc:docMk/>
            <pc:sldMk cId="2527842875" sldId="264"/>
            <ac:graphicFrameMk id="16" creationId="{06D6E8CB-4CBF-FBB0-9F0C-327EC2E7ED29}"/>
          </ac:graphicFrameMkLst>
        </pc:graphicFrameChg>
        <pc:picChg chg="add del">
          <ac:chgData name="SANJAI S" userId="bea9d504f612344b" providerId="LiveId" clId="{6E549531-A263-442A-9752-C8D7DF97FC94}" dt="2026-03-30T13:25:55.524" v="324"/>
          <ac:picMkLst>
            <pc:docMk/>
            <pc:sldMk cId="2527842875" sldId="264"/>
            <ac:picMk id="2" creationId="{66A36FB9-AF39-E55B-6168-62EDCD7EF84D}"/>
          </ac:picMkLst>
        </pc:picChg>
        <pc:picChg chg="add del">
          <ac:chgData name="SANJAI S" userId="bea9d504f612344b" providerId="LiveId" clId="{6E549531-A263-442A-9752-C8D7DF97FC94}" dt="2026-03-30T13:25:55.524" v="324"/>
          <ac:picMkLst>
            <pc:docMk/>
            <pc:sldMk cId="2527842875" sldId="264"/>
            <ac:picMk id="3" creationId="{050265E1-FE76-9DBA-8715-6F45FA5E0B56}"/>
          </ac:picMkLst>
        </pc:picChg>
        <pc:picChg chg="add del mod">
          <ac:chgData name="SANJAI S" userId="bea9d504f612344b" providerId="LiveId" clId="{6E549531-A263-442A-9752-C8D7DF97FC94}" dt="2026-03-30T13:25:55.524" v="324"/>
          <ac:picMkLst>
            <pc:docMk/>
            <pc:sldMk cId="2527842875" sldId="264"/>
            <ac:picMk id="5" creationId="{0615B043-6317-5419-224C-3D44E5AAA8EE}"/>
          </ac:picMkLst>
        </pc:picChg>
        <pc:picChg chg="add del">
          <ac:chgData name="SANJAI S" userId="bea9d504f612344b" providerId="LiveId" clId="{6E549531-A263-442A-9752-C8D7DF97FC94}" dt="2026-03-30T13:25:55.524" v="324"/>
          <ac:picMkLst>
            <pc:docMk/>
            <pc:sldMk cId="2527842875" sldId="264"/>
            <ac:picMk id="6" creationId="{3FEA0C14-A227-9075-D374-9F02AB29FF0D}"/>
          </ac:picMkLst>
        </pc:picChg>
        <pc:picChg chg="add mod">
          <ac:chgData name="SANJAI S" userId="bea9d504f612344b" providerId="LiveId" clId="{6E549531-A263-442A-9752-C8D7DF97FC94}" dt="2026-03-30T13:27:06.945" v="332" actId="26606"/>
          <ac:picMkLst>
            <pc:docMk/>
            <pc:sldMk cId="2527842875" sldId="264"/>
            <ac:picMk id="14" creationId="{E3DBFB6A-F8C5-1A81-D934-466A5F797F0F}"/>
          </ac:picMkLst>
        </pc:picChg>
        <pc:picChg chg="add">
          <ac:chgData name="SANJAI S" userId="bea9d504f612344b" providerId="LiveId" clId="{6E549531-A263-442A-9752-C8D7DF97FC94}" dt="2026-03-30T13:36:43.408" v="697" actId="26606"/>
          <ac:picMkLst>
            <pc:docMk/>
            <pc:sldMk cId="2527842875" sldId="264"/>
            <ac:picMk id="17" creationId="{41B68C77-138E-4BF7-A276-BD0C78A4219F}"/>
          </ac:picMkLst>
        </pc:picChg>
        <pc:picChg chg="add del">
          <ac:chgData name="SANJAI S" userId="bea9d504f612344b" providerId="LiveId" clId="{6E549531-A263-442A-9752-C8D7DF97FC94}" dt="2026-03-30T13:27:06.912" v="331" actId="26606"/>
          <ac:picMkLst>
            <pc:docMk/>
            <pc:sldMk cId="2527842875" sldId="264"/>
            <ac:picMk id="19" creationId="{DF19BAF3-7E20-4B9D-B544-BABAEEA1FA75}"/>
          </ac:picMkLst>
        </pc:picChg>
        <pc:picChg chg="add del">
          <ac:chgData name="SANJAI S" userId="bea9d504f612344b" providerId="LiveId" clId="{6E549531-A263-442A-9752-C8D7DF97FC94}" dt="2026-03-30T13:27:06.912" v="331" actId="26606"/>
          <ac:picMkLst>
            <pc:docMk/>
            <pc:sldMk cId="2527842875" sldId="264"/>
            <ac:picMk id="21" creationId="{950648F4-ABCD-4DF0-8641-76CFB2354721}"/>
          </ac:picMkLst>
        </pc:picChg>
        <pc:picChg chg="add">
          <ac:chgData name="SANJAI S" userId="bea9d504f612344b" providerId="LiveId" clId="{6E549531-A263-442A-9752-C8D7DF97FC94}" dt="2026-03-30T13:36:43.408" v="697" actId="26606"/>
          <ac:picMkLst>
            <pc:docMk/>
            <pc:sldMk cId="2527842875" sldId="264"/>
            <ac:picMk id="22" creationId="{B9238B3E-24AA-439A-B527-6C5DF6D72145}"/>
          </ac:picMkLst>
        </pc:picChg>
        <pc:picChg chg="add del">
          <ac:chgData name="SANJAI S" userId="bea9d504f612344b" providerId="LiveId" clId="{6E549531-A263-442A-9752-C8D7DF97FC94}" dt="2026-03-30T13:27:06.912" v="331" actId="26606"/>
          <ac:picMkLst>
            <pc:docMk/>
            <pc:sldMk cId="2527842875" sldId="264"/>
            <ac:picMk id="25" creationId="{CF1EB4BD-9C7E-4AA3-9681-C7EB0DA6250B}"/>
          </ac:picMkLst>
        </pc:picChg>
        <pc:picChg chg="add del">
          <ac:chgData name="SANJAI S" userId="bea9d504f612344b" providerId="LiveId" clId="{6E549531-A263-442A-9752-C8D7DF97FC94}" dt="2026-03-30T13:27:06.912" v="331" actId="26606"/>
          <ac:picMkLst>
            <pc:docMk/>
            <pc:sldMk cId="2527842875" sldId="264"/>
            <ac:picMk id="27" creationId="{94AAE3AA-3759-4D28-B0EF-575F25A5146C}"/>
          </ac:picMkLst>
        </pc:picChg>
        <pc:picChg chg="add del">
          <ac:chgData name="SANJAI S" userId="bea9d504f612344b" providerId="LiveId" clId="{6E549531-A263-442A-9752-C8D7DF97FC94}" dt="2026-03-30T13:36:09.704" v="694"/>
          <ac:picMkLst>
            <pc:docMk/>
            <pc:sldMk cId="2527842875" sldId="264"/>
            <ac:picMk id="34" creationId="{41B68C77-138E-4BF7-A276-BD0C78A4219F}"/>
          </ac:picMkLst>
        </pc:picChg>
        <pc:picChg chg="add del">
          <ac:chgData name="SANJAI S" userId="bea9d504f612344b" providerId="LiveId" clId="{6E549531-A263-442A-9752-C8D7DF97FC94}" dt="2026-03-30T13:36:09.704" v="694"/>
          <ac:picMkLst>
            <pc:docMk/>
            <pc:sldMk cId="2527842875" sldId="264"/>
            <ac:picMk id="36" creationId="{7C268552-D473-46ED-B1B8-422042C4DEF1}"/>
          </ac:picMkLst>
        </pc:picChg>
        <pc:picChg chg="del">
          <ac:chgData name="SANJAI S" userId="bea9d504f612344b" providerId="LiveId" clId="{6E549531-A263-442A-9752-C8D7DF97FC94}" dt="2026-03-30T13:36:09.704" v="694"/>
          <ac:picMkLst>
            <pc:docMk/>
            <pc:sldMk cId="2527842875" sldId="264"/>
            <ac:picMk id="39" creationId="{B9238B3E-24AA-439A-B527-6C5DF6D72145}"/>
          </ac:picMkLst>
        </pc:picChg>
        <pc:picChg chg="del">
          <ac:chgData name="SANJAI S" userId="bea9d504f612344b" providerId="LiveId" clId="{6E549531-A263-442A-9752-C8D7DF97FC94}" dt="2026-03-30T13:36:09.704" v="694"/>
          <ac:picMkLst>
            <pc:docMk/>
            <pc:sldMk cId="2527842875" sldId="264"/>
            <ac:picMk id="40" creationId="{69F01145-BEA3-4CBF-AA21-10077B948CA8}"/>
          </ac:picMkLst>
        </pc:picChg>
      </pc:sldChg>
      <pc:sldChg chg="addSp modSp new mod">
        <pc:chgData name="SANJAI S" userId="bea9d504f612344b" providerId="LiveId" clId="{6E549531-A263-442A-9752-C8D7DF97FC94}" dt="2026-03-30T13:33:14.260" v="656" actId="15"/>
        <pc:sldMkLst>
          <pc:docMk/>
          <pc:sldMk cId="49717406" sldId="265"/>
        </pc:sldMkLst>
        <pc:spChg chg="add mod">
          <ac:chgData name="SANJAI S" userId="bea9d504f612344b" providerId="LiveId" clId="{6E549531-A263-442A-9752-C8D7DF97FC94}" dt="2026-03-30T13:29:27.366" v="602" actId="767"/>
          <ac:spMkLst>
            <pc:docMk/>
            <pc:sldMk cId="49717406" sldId="265"/>
            <ac:spMk id="2" creationId="{AC5C669B-13D7-2F3E-D20E-1F8CE8D4A0F5}"/>
          </ac:spMkLst>
        </pc:spChg>
        <pc:spChg chg="add mod">
          <ac:chgData name="SANJAI S" userId="bea9d504f612344b" providerId="LiveId" clId="{6E549531-A263-442A-9752-C8D7DF97FC94}" dt="2026-03-30T13:29:30.133" v="604" actId="767"/>
          <ac:spMkLst>
            <pc:docMk/>
            <pc:sldMk cId="49717406" sldId="265"/>
            <ac:spMk id="3" creationId="{B474BDB4-27AB-6A5B-F780-2450DB69504D}"/>
          </ac:spMkLst>
        </pc:spChg>
        <pc:spChg chg="add mod">
          <ac:chgData name="SANJAI S" userId="bea9d504f612344b" providerId="LiveId" clId="{6E549531-A263-442A-9752-C8D7DF97FC94}" dt="2026-03-30T13:33:14.260" v="656" actId="15"/>
          <ac:spMkLst>
            <pc:docMk/>
            <pc:sldMk cId="49717406" sldId="265"/>
            <ac:spMk id="4" creationId="{487BDEA2-45A2-B1B8-C32B-92E69212BA40}"/>
          </ac:spMkLst>
        </pc:spChg>
        <pc:spChg chg="add">
          <ac:chgData name="SANJAI S" userId="bea9d504f612344b" providerId="LiveId" clId="{6E549531-A263-442A-9752-C8D7DF97FC94}" dt="2026-03-30T13:31:06.608" v="630"/>
          <ac:spMkLst>
            <pc:docMk/>
            <pc:sldMk cId="49717406" sldId="265"/>
            <ac:spMk id="5" creationId="{EC8B6664-7A8C-B81E-A0CD-BBF69592A09F}"/>
          </ac:spMkLst>
        </pc:spChg>
      </pc:sldChg>
      <pc:sldChg chg="addSp delSp modSp new mod setBg setClrOvrMap delDesignElem">
        <pc:chgData name="SANJAI S" userId="bea9d504f612344b" providerId="LiveId" clId="{6E549531-A263-442A-9752-C8D7DF97FC94}" dt="2026-03-30T13:36:50.840" v="698" actId="26606"/>
        <pc:sldMkLst>
          <pc:docMk/>
          <pc:sldMk cId="2735136360" sldId="266"/>
        </pc:sldMkLst>
        <pc:spChg chg="add del mod">
          <ac:chgData name="SANJAI S" userId="bea9d504f612344b" providerId="LiveId" clId="{6E549531-A263-442A-9752-C8D7DF97FC94}" dt="2026-03-30T13:25:55.524" v="324"/>
          <ac:spMkLst>
            <pc:docMk/>
            <pc:sldMk cId="2735136360" sldId="266"/>
            <ac:spMk id="4" creationId="{62DC80EF-8857-5565-20CA-BF87B6F3748D}"/>
          </ac:spMkLst>
        </pc:spChg>
        <pc:spChg chg="add del mod">
          <ac:chgData name="SANJAI S" userId="bea9d504f612344b" providerId="LiveId" clId="{6E549531-A263-442A-9752-C8D7DF97FC94}" dt="2026-03-30T13:25:55.524" v="324"/>
          <ac:spMkLst>
            <pc:docMk/>
            <pc:sldMk cId="2735136360" sldId="266"/>
            <ac:spMk id="7" creationId="{91DDB8D3-19BB-C829-4669-5735AA645A36}"/>
          </ac:spMkLst>
        </pc:spChg>
        <pc:spChg chg="add del mod">
          <ac:chgData name="SANJAI S" userId="bea9d504f612344b" providerId="LiveId" clId="{6E549531-A263-442A-9752-C8D7DF97FC94}" dt="2026-03-30T13:25:55.524" v="324"/>
          <ac:spMkLst>
            <pc:docMk/>
            <pc:sldMk cId="2735136360" sldId="266"/>
            <ac:spMk id="8" creationId="{152225B0-ABD9-B694-3231-E56385144380}"/>
          </ac:spMkLst>
        </pc:spChg>
        <pc:spChg chg="add del mod">
          <ac:chgData name="SANJAI S" userId="bea9d504f612344b" providerId="LiveId" clId="{6E549531-A263-442A-9752-C8D7DF97FC94}" dt="2026-03-30T13:25:55.524" v="324"/>
          <ac:spMkLst>
            <pc:docMk/>
            <pc:sldMk cId="2735136360" sldId="266"/>
            <ac:spMk id="9" creationId="{D813A39A-12B5-61F2-73F9-B001485D6BC0}"/>
          </ac:spMkLst>
        </pc:spChg>
        <pc:spChg chg="add del mod">
          <ac:chgData name="SANJAI S" userId="bea9d504f612344b" providerId="LiveId" clId="{6E549531-A263-442A-9752-C8D7DF97FC94}" dt="2026-03-30T13:25:55.524" v="324"/>
          <ac:spMkLst>
            <pc:docMk/>
            <pc:sldMk cId="2735136360" sldId="266"/>
            <ac:spMk id="10" creationId="{2EA02110-8185-CEDE-033E-AAC1E7C1C97F}"/>
          </ac:spMkLst>
        </pc:spChg>
        <pc:spChg chg="add mod">
          <ac:chgData name="SANJAI S" userId="bea9d504f612344b" providerId="LiveId" clId="{6E549531-A263-442A-9752-C8D7DF97FC94}" dt="2026-03-30T13:36:50.840" v="698" actId="26606"/>
          <ac:spMkLst>
            <pc:docMk/>
            <pc:sldMk cId="2735136360" sldId="266"/>
            <ac:spMk id="11" creationId="{E87A29D5-34D6-08CC-0D30-409BAD7C4000}"/>
          </ac:spMkLst>
        </pc:spChg>
        <pc:spChg chg="add del mod">
          <ac:chgData name="SANJAI S" userId="bea9d504f612344b" providerId="LiveId" clId="{6E549531-A263-442A-9752-C8D7DF97FC94}" dt="2026-03-30T13:25:55.524" v="324"/>
          <ac:spMkLst>
            <pc:docMk/>
            <pc:sldMk cId="2735136360" sldId="266"/>
            <ac:spMk id="12" creationId="{56D701A3-23D9-C262-1FBB-2AD969414B3B}"/>
          </ac:spMkLst>
        </pc:spChg>
        <pc:spChg chg="add mod ord">
          <ac:chgData name="SANJAI S" userId="bea9d504f612344b" providerId="LiveId" clId="{6E549531-A263-442A-9752-C8D7DF97FC94}" dt="2026-03-30T13:36:50.840" v="698" actId="26606"/>
          <ac:spMkLst>
            <pc:docMk/>
            <pc:sldMk cId="2735136360" sldId="266"/>
            <ac:spMk id="13" creationId="{4C229932-FA33-DA8B-0985-F103B456C756}"/>
          </ac:spMkLst>
        </pc:spChg>
        <pc:spChg chg="add">
          <ac:chgData name="SANJAI S" userId="bea9d504f612344b" providerId="LiveId" clId="{6E549531-A263-442A-9752-C8D7DF97FC94}" dt="2026-03-30T13:36:50.840" v="698" actId="26606"/>
          <ac:spMkLst>
            <pc:docMk/>
            <pc:sldMk cId="2735136360" sldId="266"/>
            <ac:spMk id="18" creationId="{4AC0CD9D-7610-4620-93B4-798CCD9AB581}"/>
          </ac:spMkLst>
        </pc:spChg>
        <pc:spChg chg="add del">
          <ac:chgData name="SANJAI S" userId="bea9d504f612344b" providerId="LiveId" clId="{6E549531-A263-442A-9752-C8D7DF97FC94}" dt="2026-03-30T13:36:09.704" v="694"/>
          <ac:spMkLst>
            <pc:docMk/>
            <pc:sldMk cId="2735136360" sldId="266"/>
            <ac:spMk id="23" creationId="{4AC0CD9D-7610-4620-93B4-798CCD9AB581}"/>
          </ac:spMkLst>
        </pc:spChg>
        <pc:spChg chg="add">
          <ac:chgData name="SANJAI S" userId="bea9d504f612344b" providerId="LiveId" clId="{6E549531-A263-442A-9752-C8D7DF97FC94}" dt="2026-03-30T13:36:50.840" v="698" actId="26606"/>
          <ac:spMkLst>
            <pc:docMk/>
            <pc:sldMk cId="2735136360" sldId="266"/>
            <ac:spMk id="24" creationId="{DE4D62F9-188E-4530-84C2-24BDEE4BEB82}"/>
          </ac:spMkLst>
        </pc:spChg>
        <pc:spChg chg="add">
          <ac:chgData name="SANJAI S" userId="bea9d504f612344b" providerId="LiveId" clId="{6E549531-A263-442A-9752-C8D7DF97FC94}" dt="2026-03-30T13:36:50.840" v="698" actId="26606"/>
          <ac:spMkLst>
            <pc:docMk/>
            <pc:sldMk cId="2735136360" sldId="266"/>
            <ac:spMk id="26" creationId="{B4AAD3FD-83A5-4B89-9F8F-01B8870865BE}"/>
          </ac:spMkLst>
        </pc:spChg>
        <pc:spChg chg="add">
          <ac:chgData name="SANJAI S" userId="bea9d504f612344b" providerId="LiveId" clId="{6E549531-A263-442A-9752-C8D7DF97FC94}" dt="2026-03-30T13:36:50.840" v="698" actId="26606"/>
          <ac:spMkLst>
            <pc:docMk/>
            <pc:sldMk cId="2735136360" sldId="266"/>
            <ac:spMk id="28" creationId="{61752F1D-FC0F-4103-9584-630E643CCDA6}"/>
          </ac:spMkLst>
        </pc:spChg>
        <pc:spChg chg="add del">
          <ac:chgData name="SANJAI S" userId="bea9d504f612344b" providerId="LiveId" clId="{6E549531-A263-442A-9752-C8D7DF97FC94}" dt="2026-03-30T13:36:09.704" v="694"/>
          <ac:spMkLst>
            <pc:docMk/>
            <pc:sldMk cId="2735136360" sldId="266"/>
            <ac:spMk id="29" creationId="{DE4D62F9-188E-4530-84C2-24BDEE4BEB82}"/>
          </ac:spMkLst>
        </pc:spChg>
        <pc:spChg chg="add">
          <ac:chgData name="SANJAI S" userId="bea9d504f612344b" providerId="LiveId" clId="{6E549531-A263-442A-9752-C8D7DF97FC94}" dt="2026-03-30T13:36:50.840" v="698" actId="26606"/>
          <ac:spMkLst>
            <pc:docMk/>
            <pc:sldMk cId="2735136360" sldId="266"/>
            <ac:spMk id="30" creationId="{70151CB7-E7DE-4917-B831-01DF9CE01306}"/>
          </ac:spMkLst>
        </pc:spChg>
        <pc:spChg chg="add del">
          <ac:chgData name="SANJAI S" userId="bea9d504f612344b" providerId="LiveId" clId="{6E549531-A263-442A-9752-C8D7DF97FC94}" dt="2026-03-30T13:36:09.704" v="694"/>
          <ac:spMkLst>
            <pc:docMk/>
            <pc:sldMk cId="2735136360" sldId="266"/>
            <ac:spMk id="31" creationId="{61515115-95FB-41E0-86F3-8744438C09D0}"/>
          </ac:spMkLst>
        </pc:spChg>
        <pc:spChg chg="add">
          <ac:chgData name="SANJAI S" userId="bea9d504f612344b" providerId="LiveId" clId="{6E549531-A263-442A-9752-C8D7DF97FC94}" dt="2026-03-30T13:36:50.840" v="698" actId="26606"/>
          <ac:spMkLst>
            <pc:docMk/>
            <pc:sldMk cId="2735136360" sldId="266"/>
            <ac:spMk id="32" creationId="{A92A1116-1C84-41DF-B803-1F7B0883EC82}"/>
          </ac:spMkLst>
        </pc:spChg>
        <pc:spChg chg="add del">
          <ac:chgData name="SANJAI S" userId="bea9d504f612344b" providerId="LiveId" clId="{6E549531-A263-442A-9752-C8D7DF97FC94}" dt="2026-03-30T13:36:09.704" v="694"/>
          <ac:spMkLst>
            <pc:docMk/>
            <pc:sldMk cId="2735136360" sldId="266"/>
            <ac:spMk id="33" creationId="{8222A33F-BE2D-4D69-92A0-5DF8B17BAACA}"/>
          </ac:spMkLst>
        </pc:spChg>
        <pc:spChg chg="add del">
          <ac:chgData name="SANJAI S" userId="bea9d504f612344b" providerId="LiveId" clId="{6E549531-A263-442A-9752-C8D7DF97FC94}" dt="2026-03-30T13:36:09.704" v="694"/>
          <ac:spMkLst>
            <pc:docMk/>
            <pc:sldMk cId="2735136360" sldId="266"/>
            <ac:spMk id="35" creationId="{CE1C74D0-9609-468A-9597-5D87C8A42B58}"/>
          </ac:spMkLst>
        </pc:spChg>
        <pc:spChg chg="add del">
          <ac:chgData name="SANJAI S" userId="bea9d504f612344b" providerId="LiveId" clId="{6E549531-A263-442A-9752-C8D7DF97FC94}" dt="2026-03-30T13:36:09.704" v="694"/>
          <ac:spMkLst>
            <pc:docMk/>
            <pc:sldMk cId="2735136360" sldId="266"/>
            <ac:spMk id="37" creationId="{C137128D-E594-4905-9F76-E385F0831D60}"/>
          </ac:spMkLst>
        </pc:spChg>
        <pc:picChg chg="add del">
          <ac:chgData name="SANJAI S" userId="bea9d504f612344b" providerId="LiveId" clId="{6E549531-A263-442A-9752-C8D7DF97FC94}" dt="2026-03-30T13:25:55.524" v="324"/>
          <ac:picMkLst>
            <pc:docMk/>
            <pc:sldMk cId="2735136360" sldId="266"/>
            <ac:picMk id="2" creationId="{F598AB00-DED2-CD8C-D8FD-3239D4715D3F}"/>
          </ac:picMkLst>
        </pc:picChg>
        <pc:picChg chg="add del mod">
          <ac:chgData name="SANJAI S" userId="bea9d504f612344b" providerId="LiveId" clId="{6E549531-A263-442A-9752-C8D7DF97FC94}" dt="2026-03-30T13:25:55.524" v="324"/>
          <ac:picMkLst>
            <pc:docMk/>
            <pc:sldMk cId="2735136360" sldId="266"/>
            <ac:picMk id="3" creationId="{EC701BB8-E594-7743-1E7C-8DA7BBC3D456}"/>
          </ac:picMkLst>
        </pc:picChg>
        <pc:picChg chg="add del">
          <ac:chgData name="SANJAI S" userId="bea9d504f612344b" providerId="LiveId" clId="{6E549531-A263-442A-9752-C8D7DF97FC94}" dt="2026-03-30T13:25:55.524" v="324"/>
          <ac:picMkLst>
            <pc:docMk/>
            <pc:sldMk cId="2735136360" sldId="266"/>
            <ac:picMk id="5" creationId="{5CB1B18A-C6C1-7A70-ACE5-E60830BB9F58}"/>
          </ac:picMkLst>
        </pc:picChg>
        <pc:picChg chg="add del">
          <ac:chgData name="SANJAI S" userId="bea9d504f612344b" providerId="LiveId" clId="{6E549531-A263-442A-9752-C8D7DF97FC94}" dt="2026-03-30T13:25:55.524" v="324"/>
          <ac:picMkLst>
            <pc:docMk/>
            <pc:sldMk cId="2735136360" sldId="266"/>
            <ac:picMk id="6" creationId="{A6B1207A-1605-B51E-8A7E-7885A89D5B79}"/>
          </ac:picMkLst>
        </pc:picChg>
        <pc:picChg chg="add mod">
          <ac:chgData name="SANJAI S" userId="bea9d504f612344b" providerId="LiveId" clId="{6E549531-A263-442A-9752-C8D7DF97FC94}" dt="2026-03-30T13:36:50.840" v="698" actId="26606"/>
          <ac:picMkLst>
            <pc:docMk/>
            <pc:sldMk cId="2735136360" sldId="266"/>
            <ac:picMk id="14" creationId="{418A3666-AE20-9C86-47F8-FD578D753025}"/>
          </ac:picMkLst>
        </pc:picChg>
        <pc:picChg chg="del">
          <ac:chgData name="SANJAI S" userId="bea9d504f612344b" providerId="LiveId" clId="{6E549531-A263-442A-9752-C8D7DF97FC94}" dt="2026-03-30T13:36:09.704" v="694"/>
          <ac:picMkLst>
            <pc:docMk/>
            <pc:sldMk cId="2735136360" sldId="266"/>
            <ac:picMk id="19" creationId="{41B68C77-138E-4BF7-A276-BD0C78A4219F}"/>
          </ac:picMkLst>
        </pc:picChg>
        <pc:picChg chg="del">
          <ac:chgData name="SANJAI S" userId="bea9d504f612344b" providerId="LiveId" clId="{6E549531-A263-442A-9752-C8D7DF97FC94}" dt="2026-03-30T13:36:09.704" v="694"/>
          <ac:picMkLst>
            <pc:docMk/>
            <pc:sldMk cId="2735136360" sldId="266"/>
            <ac:picMk id="21" creationId="{7C268552-D473-46ED-B1B8-422042C4DEF1}"/>
          </ac:picMkLst>
        </pc:picChg>
        <pc:picChg chg="add">
          <ac:chgData name="SANJAI S" userId="bea9d504f612344b" providerId="LiveId" clId="{6E549531-A263-442A-9752-C8D7DF97FC94}" dt="2026-03-30T13:36:50.840" v="698" actId="26606"/>
          <ac:picMkLst>
            <pc:docMk/>
            <pc:sldMk cId="2735136360" sldId="266"/>
            <ac:picMk id="22" creationId="{69F01145-BEA3-4CBF-AA21-10077B948CA8}"/>
          </ac:picMkLst>
        </pc:picChg>
        <pc:picChg chg="del">
          <ac:chgData name="SANJAI S" userId="bea9d504f612344b" providerId="LiveId" clId="{6E549531-A263-442A-9752-C8D7DF97FC94}" dt="2026-03-30T13:36:09.704" v="694"/>
          <ac:picMkLst>
            <pc:docMk/>
            <pc:sldMk cId="2735136360" sldId="266"/>
            <ac:picMk id="25" creationId="{B9238B3E-24AA-439A-B527-6C5DF6D72145}"/>
          </ac:picMkLst>
        </pc:picChg>
        <pc:picChg chg="add del">
          <ac:chgData name="SANJAI S" userId="bea9d504f612344b" providerId="LiveId" clId="{6E549531-A263-442A-9752-C8D7DF97FC94}" dt="2026-03-30T13:36:09.704" v="694"/>
          <ac:picMkLst>
            <pc:docMk/>
            <pc:sldMk cId="2735136360" sldId="266"/>
            <ac:picMk id="27" creationId="{69F01145-BEA3-4CBF-AA21-10077B948CA8}"/>
          </ac:picMkLst>
        </pc:picChg>
      </pc:sldChg>
      <pc:sldChg chg="addSp delSp modSp new mod setBg setClrOvrMap">
        <pc:chgData name="SANJAI S" userId="bea9d504f612344b" providerId="LiveId" clId="{6E549531-A263-442A-9752-C8D7DF97FC94}" dt="2026-03-30T13:37:36.336" v="703" actId="26606"/>
        <pc:sldMkLst>
          <pc:docMk/>
          <pc:sldMk cId="649674739" sldId="267"/>
        </pc:sldMkLst>
        <pc:spChg chg="add mod ord">
          <ac:chgData name="SANJAI S" userId="bea9d504f612344b" providerId="LiveId" clId="{6E549531-A263-442A-9752-C8D7DF97FC94}" dt="2026-03-30T13:37:36.336" v="703" actId="26606"/>
          <ac:spMkLst>
            <pc:docMk/>
            <pc:sldMk cId="649674739" sldId="267"/>
            <ac:spMk id="2" creationId="{563BF808-6598-EB95-702C-A3E749AFE400}"/>
          </ac:spMkLst>
        </pc:spChg>
        <pc:spChg chg="add del">
          <ac:chgData name="SANJAI S" userId="bea9d504f612344b" providerId="LiveId" clId="{6E549531-A263-442A-9752-C8D7DF97FC94}" dt="2026-03-30T13:37:36.262" v="702" actId="26606"/>
          <ac:spMkLst>
            <pc:docMk/>
            <pc:sldMk cId="649674739" sldId="267"/>
            <ac:spMk id="13" creationId="{4AC0CD9D-7610-4620-93B4-798CCD9AB581}"/>
          </ac:spMkLst>
        </pc:spChg>
        <pc:spChg chg="add del">
          <ac:chgData name="SANJAI S" userId="bea9d504f612344b" providerId="LiveId" clId="{6E549531-A263-442A-9752-C8D7DF97FC94}" dt="2026-03-30T13:37:36.262" v="702" actId="26606"/>
          <ac:spMkLst>
            <pc:docMk/>
            <pc:sldMk cId="649674739" sldId="267"/>
            <ac:spMk id="19" creationId="{DE4D62F9-188E-4530-84C2-24BDEE4BEB82}"/>
          </ac:spMkLst>
        </pc:spChg>
        <pc:spChg chg="add del">
          <ac:chgData name="SANJAI S" userId="bea9d504f612344b" providerId="LiveId" clId="{6E549531-A263-442A-9752-C8D7DF97FC94}" dt="2026-03-30T13:37:36.262" v="702" actId="26606"/>
          <ac:spMkLst>
            <pc:docMk/>
            <pc:sldMk cId="649674739" sldId="267"/>
            <ac:spMk id="21" creationId="{5F3FC718-FDE3-4EF7-921E-A5F374EAF824}"/>
          </ac:spMkLst>
        </pc:spChg>
        <pc:spChg chg="add del">
          <ac:chgData name="SANJAI S" userId="bea9d504f612344b" providerId="LiveId" clId="{6E549531-A263-442A-9752-C8D7DF97FC94}" dt="2026-03-30T13:37:36.262" v="702" actId="26606"/>
          <ac:spMkLst>
            <pc:docMk/>
            <pc:sldMk cId="649674739" sldId="267"/>
            <ac:spMk id="23" creationId="{FAA0F719-3DC8-4F08-AD8F-5A845658CB9D}"/>
          </ac:spMkLst>
        </pc:spChg>
        <pc:spChg chg="add del">
          <ac:chgData name="SANJAI S" userId="bea9d504f612344b" providerId="LiveId" clId="{6E549531-A263-442A-9752-C8D7DF97FC94}" dt="2026-03-30T13:37:36.262" v="702" actId="26606"/>
          <ac:spMkLst>
            <pc:docMk/>
            <pc:sldMk cId="649674739" sldId="267"/>
            <ac:spMk id="25" creationId="{7DCB61BE-FA0F-4EFB-BE0E-268BAD8E30D6}"/>
          </ac:spMkLst>
        </pc:spChg>
        <pc:spChg chg="add del">
          <ac:chgData name="SANJAI S" userId="bea9d504f612344b" providerId="LiveId" clId="{6E549531-A263-442A-9752-C8D7DF97FC94}" dt="2026-03-30T13:37:36.262" v="702" actId="26606"/>
          <ac:spMkLst>
            <pc:docMk/>
            <pc:sldMk cId="649674739" sldId="267"/>
            <ac:spMk id="27" creationId="{A4B31EAA-7423-46F7-9B90-4AB2B09C35C4}"/>
          </ac:spMkLst>
        </pc:spChg>
        <pc:spChg chg="add">
          <ac:chgData name="SANJAI S" userId="bea9d504f612344b" providerId="LiveId" clId="{6E549531-A263-442A-9752-C8D7DF97FC94}" dt="2026-03-30T13:37:36.336" v="703" actId="26606"/>
          <ac:spMkLst>
            <pc:docMk/>
            <pc:sldMk cId="649674739" sldId="267"/>
            <ac:spMk id="31" creationId="{989BE678-777B-482A-A616-FEDC47B162E5}"/>
          </ac:spMkLst>
        </pc:spChg>
        <pc:spChg chg="add">
          <ac:chgData name="SANJAI S" userId="bea9d504f612344b" providerId="LiveId" clId="{6E549531-A263-442A-9752-C8D7DF97FC94}" dt="2026-03-30T13:37:36.336" v="703" actId="26606"/>
          <ac:spMkLst>
            <pc:docMk/>
            <pc:sldMk cId="649674739" sldId="267"/>
            <ac:spMk id="34" creationId="{D28BE0C3-2102-4820-B88B-A448B1840D14}"/>
          </ac:spMkLst>
        </pc:spChg>
        <pc:spChg chg="add">
          <ac:chgData name="SANJAI S" userId="bea9d504f612344b" providerId="LiveId" clId="{6E549531-A263-442A-9752-C8D7DF97FC94}" dt="2026-03-30T13:37:36.336" v="703" actId="26606"/>
          <ac:spMkLst>
            <pc:docMk/>
            <pc:sldMk cId="649674739" sldId="267"/>
            <ac:spMk id="35" creationId="{8D489E29-742E-4D34-AB08-CE3217805B81}"/>
          </ac:spMkLst>
        </pc:spChg>
        <pc:picChg chg="add mod">
          <ac:chgData name="SANJAI S" userId="bea9d504f612344b" providerId="LiveId" clId="{6E549531-A263-442A-9752-C8D7DF97FC94}" dt="2026-03-30T13:37:36.336" v="703" actId="26606"/>
          <ac:picMkLst>
            <pc:docMk/>
            <pc:sldMk cId="649674739" sldId="267"/>
            <ac:picMk id="4" creationId="{26E3249C-1293-311D-604D-CB7A1A0C5E3F}"/>
          </ac:picMkLst>
        </pc:picChg>
        <pc:picChg chg="add del">
          <ac:chgData name="SANJAI S" userId="bea9d504f612344b" providerId="LiveId" clId="{6E549531-A263-442A-9752-C8D7DF97FC94}" dt="2026-03-30T13:37:36.262" v="702" actId="26606"/>
          <ac:picMkLst>
            <pc:docMk/>
            <pc:sldMk cId="649674739" sldId="267"/>
            <ac:picMk id="9" creationId="{41B68C77-138E-4BF7-A276-BD0C78A4219F}"/>
          </ac:picMkLst>
        </pc:picChg>
        <pc:picChg chg="add del">
          <ac:chgData name="SANJAI S" userId="bea9d504f612344b" providerId="LiveId" clId="{6E549531-A263-442A-9752-C8D7DF97FC94}" dt="2026-03-30T13:37:36.262" v="702" actId="26606"/>
          <ac:picMkLst>
            <pc:docMk/>
            <pc:sldMk cId="649674739" sldId="267"/>
            <ac:picMk id="11" creationId="{7C268552-D473-46ED-B1B8-422042C4DEF1}"/>
          </ac:picMkLst>
        </pc:picChg>
        <pc:picChg chg="add del">
          <ac:chgData name="SANJAI S" userId="bea9d504f612344b" providerId="LiveId" clId="{6E549531-A263-442A-9752-C8D7DF97FC94}" dt="2026-03-30T13:37:36.262" v="702" actId="26606"/>
          <ac:picMkLst>
            <pc:docMk/>
            <pc:sldMk cId="649674739" sldId="267"/>
            <ac:picMk id="17" creationId="{69F01145-BEA3-4CBF-AA21-10077B948CA8}"/>
          </ac:picMkLst>
        </pc:picChg>
        <pc:picChg chg="add">
          <ac:chgData name="SANJAI S" userId="bea9d504f612344b" providerId="LiveId" clId="{6E549531-A263-442A-9752-C8D7DF97FC94}" dt="2026-03-30T13:37:36.336" v="703" actId="26606"/>
          <ac:picMkLst>
            <pc:docMk/>
            <pc:sldMk cId="649674739" sldId="267"/>
            <ac:picMk id="29" creationId="{DF19BAF3-7E20-4B9D-B544-BABAEEA1FA75}"/>
          </ac:picMkLst>
        </pc:picChg>
        <pc:picChg chg="add">
          <ac:chgData name="SANJAI S" userId="bea9d504f612344b" providerId="LiveId" clId="{6E549531-A263-442A-9752-C8D7DF97FC94}" dt="2026-03-30T13:37:36.336" v="703" actId="26606"/>
          <ac:picMkLst>
            <pc:docMk/>
            <pc:sldMk cId="649674739" sldId="267"/>
            <ac:picMk id="30" creationId="{950648F4-ABCD-4DF0-8641-76CFB2354721}"/>
          </ac:picMkLst>
        </pc:picChg>
        <pc:picChg chg="add">
          <ac:chgData name="SANJAI S" userId="bea9d504f612344b" providerId="LiveId" clId="{6E549531-A263-442A-9752-C8D7DF97FC94}" dt="2026-03-30T13:37:36.336" v="703" actId="26606"/>
          <ac:picMkLst>
            <pc:docMk/>
            <pc:sldMk cId="649674739" sldId="267"/>
            <ac:picMk id="32" creationId="{CF1EB4BD-9C7E-4AA3-9681-C7EB0DA6250B}"/>
          </ac:picMkLst>
        </pc:picChg>
        <pc:picChg chg="add">
          <ac:chgData name="SANJAI S" userId="bea9d504f612344b" providerId="LiveId" clId="{6E549531-A263-442A-9752-C8D7DF97FC94}" dt="2026-03-30T13:37:36.336" v="703" actId="26606"/>
          <ac:picMkLst>
            <pc:docMk/>
            <pc:sldMk cId="649674739" sldId="267"/>
            <ac:picMk id="33" creationId="{94AAE3AA-3759-4D28-B0EF-575F25A5146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B42956-6732-42A1-8D55-E40DAA490831}" type="doc">
      <dgm:prSet loTypeId="urn:microsoft.com/office/officeart/2005/8/layout/vList5" loCatId="list" qsTypeId="urn:microsoft.com/office/officeart/2005/8/quickstyle/simple1" qsCatId="simple" csTypeId="urn:microsoft.com/office/officeart/2005/8/colors/accent1_2" csCatId="accent1" phldr="0"/>
      <dgm:spPr/>
      <dgm:t>
        <a:bodyPr/>
        <a:lstStyle/>
        <a:p>
          <a:endParaRPr lang="en-IN"/>
        </a:p>
      </dgm:t>
    </dgm:pt>
    <dgm:pt modelId="{1A2EB180-23E5-474D-9B2F-AB6C94229B8E}" type="pres">
      <dgm:prSet presAssocID="{1CB42956-6732-42A1-8D55-E40DAA490831}" presName="Name0" presStyleCnt="0">
        <dgm:presLayoutVars>
          <dgm:dir/>
          <dgm:animLvl val="lvl"/>
          <dgm:resizeHandles val="exact"/>
        </dgm:presLayoutVars>
      </dgm:prSet>
      <dgm:spPr/>
    </dgm:pt>
  </dgm:ptLst>
  <dgm:cxnLst>
    <dgm:cxn modelId="{0391D2F1-50D4-47A2-8DCA-BCEF012652EA}" type="presOf" srcId="{1CB42956-6732-42A1-8D55-E40DAA490831}" destId="{1A2EB180-23E5-474D-9B2F-AB6C94229B8E}"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273652-AF7A-4342-AC51-43EE33A4E7A1}"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7C6B5-625D-4F89-AA8B-68534B6FA1EB}" type="slidenum">
              <a:rPr lang="en-IN" smtClean="0"/>
              <a:t>‹#›</a:t>
            </a:fld>
            <a:endParaRPr lang="en-IN"/>
          </a:p>
        </p:txBody>
      </p:sp>
    </p:spTree>
    <p:extLst>
      <p:ext uri="{BB962C8B-B14F-4D97-AF65-F5344CB8AC3E}">
        <p14:creationId xmlns:p14="http://schemas.microsoft.com/office/powerpoint/2010/main" val="84338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207246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67405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3186179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6727FD-94A9-4955-BA53-2BA39E255C77}"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688147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6727FD-94A9-4955-BA53-2BA39E255C77}" type="datetimeFigureOut">
              <a:rPr lang="en-IN" smtClean="0"/>
              <a:t>30-03-2026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3677210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358582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247917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78497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6727FD-94A9-4955-BA53-2BA39E255C77}"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30780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6727FD-94A9-4955-BA53-2BA39E255C77}"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3845633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3004805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25981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264170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2192072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9105102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111207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6727FD-94A9-4955-BA53-2BA39E255C77}"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1AF2C6-B5F0-41CE-9C7F-34933F838396}" type="slidenum">
              <a:rPr lang="en-IN" smtClean="0"/>
              <a:t>‹#›</a:t>
            </a:fld>
            <a:endParaRPr lang="en-IN"/>
          </a:p>
        </p:txBody>
      </p:sp>
    </p:spTree>
    <p:extLst>
      <p:ext uri="{BB962C8B-B14F-4D97-AF65-F5344CB8AC3E}">
        <p14:creationId xmlns:p14="http://schemas.microsoft.com/office/powerpoint/2010/main" val="2235874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96727FD-94A9-4955-BA53-2BA39E255C77}" type="datetimeFigureOut">
              <a:rPr lang="en-IN" smtClean="0"/>
              <a:t>30-03-2026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D1AF2C6-B5F0-41CE-9C7F-34933F838396}" type="slidenum">
              <a:rPr lang="en-IN" smtClean="0"/>
              <a:t>‹#›</a:t>
            </a:fld>
            <a:endParaRPr lang="en-IN"/>
          </a:p>
        </p:txBody>
      </p:sp>
    </p:spTree>
    <p:extLst>
      <p:ext uri="{BB962C8B-B14F-4D97-AF65-F5344CB8AC3E}">
        <p14:creationId xmlns:p14="http://schemas.microsoft.com/office/powerpoint/2010/main" val="2374273943"/>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C5447-9010-31A3-7579-064F6727E52A}"/>
              </a:ext>
            </a:extLst>
          </p:cNvPr>
          <p:cNvSpPr>
            <a:spLocks noGrp="1"/>
          </p:cNvSpPr>
          <p:nvPr>
            <p:ph type="title"/>
          </p:nvPr>
        </p:nvSpPr>
        <p:spPr>
          <a:xfrm>
            <a:off x="6683829" y="1447800"/>
            <a:ext cx="4397828" cy="3329581"/>
          </a:xfrm>
        </p:spPr>
        <p:txBody>
          <a:bodyPr vert="horz" lIns="91440" tIns="45720" rIns="91440" bIns="45720" rtlCol="0" anchor="b">
            <a:normAutofit/>
          </a:bodyPr>
          <a:lstStyle/>
          <a:p>
            <a:pPr>
              <a:lnSpc>
                <a:spcPct val="90000"/>
              </a:lnSpc>
            </a:pPr>
            <a:r>
              <a:rPr lang="en-US" sz="4700" b="0" i="0" kern="1200">
                <a:solidFill>
                  <a:schemeClr val="tx2"/>
                </a:solidFill>
                <a:latin typeface="+mj-lt"/>
                <a:ea typeface="+mj-ea"/>
                <a:cs typeface="+mj-cs"/>
              </a:rPr>
              <a:t>Amazon Sales Data Analysis &amp; Business Insights</a:t>
            </a:r>
          </a:p>
        </p:txBody>
      </p:sp>
      <p:pic>
        <p:nvPicPr>
          <p:cNvPr id="39" name="Graphic 38" descr="Bar chart">
            <a:extLst>
              <a:ext uri="{FF2B5EF4-FFF2-40B4-BE49-F238E27FC236}">
                <a16:creationId xmlns:a16="http://schemas.microsoft.com/office/drawing/2014/main" id="{58CFD94F-E028-7976-2B32-02754D182C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3854" y="703489"/>
            <a:ext cx="5450557" cy="5450557"/>
          </a:xfrm>
          <a:prstGeom prst="rect">
            <a:avLst/>
          </a:prstGeom>
          <a:effectLst/>
        </p:spPr>
      </p:pic>
    </p:spTree>
    <p:extLst>
      <p:ext uri="{BB962C8B-B14F-4D97-AF65-F5344CB8AC3E}">
        <p14:creationId xmlns:p14="http://schemas.microsoft.com/office/powerpoint/2010/main" val="159357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1" name="Oval 3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2" name="Picture 3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3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3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4" name="Picture 3">
            <a:extLst>
              <a:ext uri="{FF2B5EF4-FFF2-40B4-BE49-F238E27FC236}">
                <a16:creationId xmlns:a16="http://schemas.microsoft.com/office/drawing/2014/main" id="{26E3249C-1293-311D-604D-CB7A1A0C5E3F}"/>
              </a:ext>
            </a:extLst>
          </p:cNvPr>
          <p:cNvPicPr>
            <a:picLocks noChangeAspect="1"/>
          </p:cNvPicPr>
          <p:nvPr/>
        </p:nvPicPr>
        <p:blipFill>
          <a:blip r:embed="rId7"/>
          <a:srcRect b="1316"/>
          <a:stretch>
            <a:fillRect/>
          </a:stretch>
        </p:blipFill>
        <p:spPr>
          <a:xfrm>
            <a:off x="20" y="10"/>
            <a:ext cx="12191980" cy="6857990"/>
          </a:xfrm>
          <a:prstGeom prst="rect">
            <a:avLst/>
          </a:prstGeom>
        </p:spPr>
      </p:pic>
      <p:sp>
        <p:nvSpPr>
          <p:cNvPr id="35" name="Rectangle 34">
            <a:extLst>
              <a:ext uri="{FF2B5EF4-FFF2-40B4-BE49-F238E27FC236}">
                <a16:creationId xmlns:a16="http://schemas.microsoft.com/office/drawing/2014/main" id="{8D489E29-742E-4D34-AB08-CE3217805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053153" y="1320127"/>
            <a:ext cx="4812846" cy="4195481"/>
          </a:xfrm>
          <a:prstGeom prst="rect">
            <a:avLst/>
          </a:prstGeom>
          <a:solidFill>
            <a:schemeClr val="bg1">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63BF808-6598-EB95-702C-A3E749AFE400}"/>
              </a:ext>
            </a:extLst>
          </p:cNvPr>
          <p:cNvSpPr txBox="1"/>
          <p:nvPr/>
        </p:nvSpPr>
        <p:spPr>
          <a:xfrm>
            <a:off x="6374886" y="2809812"/>
            <a:ext cx="4169380" cy="2384064"/>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en-US" sz="1100">
                <a:latin typeface="+mj-lt"/>
                <a:ea typeface="+mj-ea"/>
                <a:cs typeface="+mj-cs"/>
              </a:rPr>
              <a:t>Problem Statement:</a:t>
            </a:r>
          </a:p>
          <a:p>
            <a:pPr lvl="4">
              <a:lnSpc>
                <a:spcPct val="90000"/>
              </a:lnSpc>
              <a:spcBef>
                <a:spcPts val="1000"/>
              </a:spcBef>
              <a:buClr>
                <a:schemeClr val="bg2">
                  <a:lumMod val="40000"/>
                  <a:lumOff val="60000"/>
                </a:schemeClr>
              </a:buClr>
              <a:buSzPct val="80000"/>
              <a:buFont typeface="Wingdings 3" charset="2"/>
              <a:buChar char=""/>
            </a:pPr>
            <a:r>
              <a:rPr lang="en-US" sz="1100">
                <a:latin typeface="+mj-lt"/>
                <a:ea typeface="+mj-ea"/>
                <a:cs typeface="+mj-cs"/>
              </a:rPr>
              <a:t>   The objective of this project is to analyze sales data to understand customer behavior, product performance, revenue trends, and payment preferences. The goal is to identify key factors influencing revenue and provide insights to improve business growth and decision-making</a:t>
            </a:r>
          </a:p>
        </p:txBody>
      </p:sp>
    </p:spTree>
    <p:extLst>
      <p:ext uri="{BB962C8B-B14F-4D97-AF65-F5344CB8AC3E}">
        <p14:creationId xmlns:p14="http://schemas.microsoft.com/office/powerpoint/2010/main" val="649674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C99C30FC-2ADF-835A-497D-F400BC9C4A55}"/>
              </a:ext>
            </a:extLst>
          </p:cNvPr>
          <p:cNvGraphicFramePr/>
          <p:nvPr>
            <p:extLst>
              <p:ext uri="{D42A27DB-BD31-4B8C-83A1-F6EECF244321}">
                <p14:modId xmlns:p14="http://schemas.microsoft.com/office/powerpoint/2010/main" val="320184550"/>
              </p:ext>
            </p:extLst>
          </p:nvPr>
        </p:nvGraphicFramePr>
        <p:xfrm flipV="1">
          <a:off x="1154955" y="3923271"/>
          <a:ext cx="8825658" cy="81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ubtitle 2">
            <a:extLst>
              <a:ext uri="{FF2B5EF4-FFF2-40B4-BE49-F238E27FC236}">
                <a16:creationId xmlns:a16="http://schemas.microsoft.com/office/drawing/2014/main" id="{660199F7-AD20-9D8C-7CA9-D6CB5E209D47}"/>
              </a:ext>
            </a:extLst>
          </p:cNvPr>
          <p:cNvSpPr>
            <a:spLocks noGrp="1"/>
          </p:cNvSpPr>
          <p:nvPr>
            <p:ph type="subTitle" idx="1"/>
          </p:nvPr>
        </p:nvSpPr>
        <p:spPr>
          <a:xfrm>
            <a:off x="1906459" y="5371740"/>
            <a:ext cx="8001002" cy="1367388"/>
          </a:xfrm>
        </p:spPr>
        <p:txBody>
          <a:bodyPr>
            <a:normAutofit lnSpcReduction="10000"/>
          </a:bodyPr>
          <a:lstStyle/>
          <a:p>
            <a:r>
              <a:rPr lang="en-IN" dirty="0"/>
              <a:t>key insights:</a:t>
            </a:r>
          </a:p>
          <a:p>
            <a:pPr marL="742950" lvl="1" indent="-285750" algn="l">
              <a:buFont typeface="Wingdings" panose="05000000000000000000" pitchFamily="2" charset="2"/>
              <a:buChar char="q"/>
            </a:pPr>
            <a:r>
              <a:rPr lang="en-IN" sz="1300" i="1" dirty="0">
                <a:solidFill>
                  <a:schemeClr val="tx1">
                    <a:lumMod val="95000"/>
                  </a:schemeClr>
                </a:solidFill>
              </a:rPr>
              <a:t>1)</a:t>
            </a:r>
            <a:r>
              <a:rPr lang="en-GB" sz="1300" i="1" dirty="0">
                <a:solidFill>
                  <a:schemeClr val="tx1">
                    <a:lumMod val="95000"/>
                  </a:schemeClr>
                </a:solidFill>
              </a:rPr>
              <a:t>As quantity sold increases, total amount also increases.</a:t>
            </a:r>
            <a:endParaRPr lang="en-IN" sz="1300" i="1" dirty="0">
              <a:solidFill>
                <a:schemeClr val="tx1">
                  <a:lumMod val="95000"/>
                </a:schemeClr>
              </a:solidFill>
              <a:latin typeface="+mn-lt"/>
              <a:cs typeface="Aharoni" panose="02010803020104030203" pitchFamily="2" charset="-79"/>
            </a:endParaRPr>
          </a:p>
          <a:p>
            <a:pPr marL="742950" lvl="1" indent="-285750" algn="l">
              <a:buFont typeface="Wingdings" panose="05000000000000000000" pitchFamily="2" charset="2"/>
              <a:buChar char="q"/>
            </a:pPr>
            <a:r>
              <a:rPr lang="en-IN" sz="1300" i="1" dirty="0">
                <a:solidFill>
                  <a:schemeClr val="tx1">
                    <a:lumMod val="95000"/>
                  </a:schemeClr>
                </a:solidFill>
                <a:latin typeface="+mn-lt"/>
                <a:cs typeface="Aharoni" panose="02010803020104030203" pitchFamily="2" charset="-79"/>
              </a:rPr>
              <a:t>2) </a:t>
            </a:r>
            <a:r>
              <a:rPr lang="en-GB" sz="1300" i="1" dirty="0">
                <a:solidFill>
                  <a:schemeClr val="tx1">
                    <a:lumMod val="95000"/>
                  </a:schemeClr>
                </a:solidFill>
              </a:rPr>
              <a:t>The increase is steady and almost linear.</a:t>
            </a:r>
          </a:p>
          <a:p>
            <a:pPr marL="742950" lvl="1" indent="-285750" algn="l">
              <a:buFont typeface="Wingdings" panose="05000000000000000000" pitchFamily="2" charset="2"/>
              <a:buChar char="q"/>
            </a:pPr>
            <a:r>
              <a:rPr lang="en-GB" sz="1300" i="1" dirty="0">
                <a:solidFill>
                  <a:schemeClr val="tx1">
                    <a:lumMod val="95000"/>
                  </a:schemeClr>
                </a:solidFill>
                <a:highlight>
                  <a:srgbClr val="FF0000"/>
                </a:highlight>
                <a:latin typeface="+mn-lt"/>
                <a:cs typeface="Aharoni" panose="02010803020104030203" pitchFamily="2" charset="-79"/>
              </a:rPr>
              <a:t>3)</a:t>
            </a:r>
            <a:r>
              <a:rPr lang="en-GB" sz="1300" i="1" dirty="0">
                <a:solidFill>
                  <a:schemeClr val="tx1">
                    <a:lumMod val="95000"/>
                  </a:schemeClr>
                </a:solidFill>
                <a:highlight>
                  <a:srgbClr val="FF0000"/>
                </a:highlight>
              </a:rPr>
              <a:t> Higher quantity sales lead to higher revenue, so selling more units is important</a:t>
            </a:r>
            <a:r>
              <a:rPr lang="en-GB" sz="1300" i="1" dirty="0">
                <a:solidFill>
                  <a:schemeClr val="accent1">
                    <a:lumMod val="60000"/>
                    <a:lumOff val="40000"/>
                  </a:schemeClr>
                </a:solidFill>
                <a:highlight>
                  <a:srgbClr val="FF0000"/>
                </a:highlight>
              </a:rPr>
              <a:t>.</a:t>
            </a:r>
            <a:endParaRPr lang="en-IN" sz="1300" i="1" dirty="0">
              <a:solidFill>
                <a:schemeClr val="accent1">
                  <a:lumMod val="60000"/>
                  <a:lumOff val="40000"/>
                </a:schemeClr>
              </a:solidFill>
              <a:highlight>
                <a:srgbClr val="FF0000"/>
              </a:highlight>
              <a:latin typeface="+mn-lt"/>
              <a:cs typeface="Aharoni" panose="02010803020104030203" pitchFamily="2" charset="-79"/>
            </a:endParaRPr>
          </a:p>
        </p:txBody>
      </p:sp>
      <p:pic>
        <p:nvPicPr>
          <p:cNvPr id="5" name="Picture 4">
            <a:extLst>
              <a:ext uri="{FF2B5EF4-FFF2-40B4-BE49-F238E27FC236}">
                <a16:creationId xmlns:a16="http://schemas.microsoft.com/office/drawing/2014/main" id="{A4309D10-57BF-7D84-464C-A48B50433D13}"/>
              </a:ext>
            </a:extLst>
          </p:cNvPr>
          <p:cNvPicPr>
            <a:picLocks noChangeAspect="1"/>
          </p:cNvPicPr>
          <p:nvPr/>
        </p:nvPicPr>
        <p:blipFill>
          <a:blip r:embed="rId7"/>
          <a:stretch>
            <a:fillRect/>
          </a:stretch>
        </p:blipFill>
        <p:spPr>
          <a:xfrm>
            <a:off x="274320" y="579327"/>
            <a:ext cx="8129016" cy="4328535"/>
          </a:xfrm>
          <a:prstGeom prst="rect">
            <a:avLst/>
          </a:prstGeom>
        </p:spPr>
      </p:pic>
    </p:spTree>
    <p:extLst>
      <p:ext uri="{BB962C8B-B14F-4D97-AF65-F5344CB8AC3E}">
        <p14:creationId xmlns:p14="http://schemas.microsoft.com/office/powerpoint/2010/main" val="393138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1D821A-584E-5715-B554-FDA22AEE1ABD}"/>
              </a:ext>
            </a:extLst>
          </p:cNvPr>
          <p:cNvPicPr>
            <a:picLocks noChangeAspect="1"/>
          </p:cNvPicPr>
          <p:nvPr/>
        </p:nvPicPr>
        <p:blipFill>
          <a:blip r:embed="rId2"/>
          <a:stretch>
            <a:fillRect/>
          </a:stretch>
        </p:blipFill>
        <p:spPr>
          <a:xfrm>
            <a:off x="256033" y="974290"/>
            <a:ext cx="4879618" cy="3909399"/>
          </a:xfrm>
          <a:prstGeom prst="rect">
            <a:avLst/>
          </a:prstGeom>
          <a:effectLst>
            <a:outerShdw blurRad="50800" dist="50800" dir="5400000" algn="ctr" rotWithShape="0">
              <a:srgbClr val="000000">
                <a:alpha val="82000"/>
              </a:srgbClr>
            </a:outerShdw>
          </a:effectLst>
        </p:spPr>
      </p:pic>
      <p:sp>
        <p:nvSpPr>
          <p:cNvPr id="6" name="TextBox 5">
            <a:extLst>
              <a:ext uri="{FF2B5EF4-FFF2-40B4-BE49-F238E27FC236}">
                <a16:creationId xmlns:a16="http://schemas.microsoft.com/office/drawing/2014/main" id="{2A0F608D-F1BE-66C8-B61E-93B8961E875A}"/>
              </a:ext>
            </a:extLst>
          </p:cNvPr>
          <p:cNvSpPr txBox="1"/>
          <p:nvPr/>
        </p:nvSpPr>
        <p:spPr>
          <a:xfrm>
            <a:off x="5449824" y="1271016"/>
            <a:ext cx="4791456" cy="369332"/>
          </a:xfrm>
          <a:prstGeom prst="rect">
            <a:avLst/>
          </a:prstGeom>
          <a:noFill/>
        </p:spPr>
        <p:txBody>
          <a:bodyPr wrap="square" rtlCol="0">
            <a:spAutoFit/>
          </a:bodyPr>
          <a:lstStyle/>
          <a:p>
            <a:r>
              <a:rPr lang="en-IN" b="1" dirty="0">
                <a:solidFill>
                  <a:schemeClr val="bg2">
                    <a:lumMod val="40000"/>
                    <a:lumOff val="60000"/>
                  </a:schemeClr>
                </a:solidFill>
              </a:rPr>
              <a:t>KEY INSIGHTS:</a:t>
            </a:r>
          </a:p>
        </p:txBody>
      </p:sp>
      <p:sp>
        <p:nvSpPr>
          <p:cNvPr id="8" name="TextBox 7">
            <a:extLst>
              <a:ext uri="{FF2B5EF4-FFF2-40B4-BE49-F238E27FC236}">
                <a16:creationId xmlns:a16="http://schemas.microsoft.com/office/drawing/2014/main" id="{C26EEFCF-7CB0-DB12-51F7-380AE45153F0}"/>
              </a:ext>
            </a:extLst>
          </p:cNvPr>
          <p:cNvSpPr txBox="1"/>
          <p:nvPr/>
        </p:nvSpPr>
        <p:spPr>
          <a:xfrm>
            <a:off x="5696712" y="1901952"/>
            <a:ext cx="5879592" cy="1384995"/>
          </a:xfrm>
          <a:prstGeom prst="rect">
            <a:avLst/>
          </a:prstGeom>
          <a:noFill/>
        </p:spPr>
        <p:txBody>
          <a:bodyPr wrap="square" rtlCol="0">
            <a:spAutoFit/>
          </a:bodyPr>
          <a:lstStyle/>
          <a:p>
            <a:pPr marL="342900" indent="-342900">
              <a:buFont typeface="Wingdings" panose="05000000000000000000" pitchFamily="2" charset="2"/>
              <a:buChar char="q"/>
            </a:pPr>
            <a:r>
              <a:rPr lang="en-GB" sz="1400" dirty="0"/>
              <a:t>Customers are almost evenly distributed across all regions (~25% each)</a:t>
            </a:r>
          </a:p>
          <a:p>
            <a:pPr marL="342900" indent="-342900">
              <a:buFont typeface="Wingdings" panose="05000000000000000000" pitchFamily="2" charset="2"/>
              <a:buChar char="q"/>
            </a:pPr>
            <a:r>
              <a:rPr lang="en-GB" sz="1400" dirty="0"/>
              <a:t>Asia has a slightly higher share (25.1%), but the difference is very small.</a:t>
            </a:r>
          </a:p>
          <a:p>
            <a:pPr marL="342900" indent="-342900">
              <a:buFont typeface="Wingdings" panose="05000000000000000000" pitchFamily="2" charset="2"/>
              <a:buChar char="q"/>
            </a:pPr>
            <a:r>
              <a:rPr lang="en-GB" sz="1400" dirty="0"/>
              <a:t>The business has a strong and balanced presence in all regions, with no region dominating.</a:t>
            </a:r>
            <a:endParaRPr lang="en-IN" sz="1400" dirty="0"/>
          </a:p>
        </p:txBody>
      </p:sp>
    </p:spTree>
    <p:extLst>
      <p:ext uri="{BB962C8B-B14F-4D97-AF65-F5344CB8AC3E}">
        <p14:creationId xmlns:p14="http://schemas.microsoft.com/office/powerpoint/2010/main" val="36553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B78381-7034-07B6-27AA-0D72FA088983}"/>
              </a:ext>
            </a:extLst>
          </p:cNvPr>
          <p:cNvSpPr txBox="1"/>
          <p:nvPr/>
        </p:nvSpPr>
        <p:spPr>
          <a:xfrm>
            <a:off x="648930" y="629266"/>
            <a:ext cx="3322912" cy="1641987"/>
          </a:xfrm>
          <a:prstGeom prst="rect">
            <a:avLst/>
          </a:prstGeom>
        </p:spPr>
        <p:txBody>
          <a:bodyPr vert="horz" lIns="91440" tIns="45720" rIns="91440" bIns="45720" rtlCol="0" anchor="t">
            <a:normAutofit/>
          </a:bodyPr>
          <a:lstStyle/>
          <a:p>
            <a:pPr>
              <a:spcBef>
                <a:spcPct val="0"/>
              </a:spcBef>
              <a:spcAft>
                <a:spcPts val="600"/>
              </a:spcAft>
            </a:pPr>
            <a:r>
              <a:rPr lang="en-US" sz="4200" dirty="0">
                <a:solidFill>
                  <a:schemeClr val="bg2">
                    <a:lumMod val="40000"/>
                    <a:lumOff val="60000"/>
                  </a:schemeClr>
                </a:solidFill>
                <a:latin typeface="+mj-lt"/>
                <a:ea typeface="+mj-ea"/>
                <a:cs typeface="+mj-cs"/>
              </a:rPr>
              <a:t>KEY INSIGHTS</a:t>
            </a:r>
            <a:r>
              <a:rPr lang="en-US" sz="4200" dirty="0">
                <a:solidFill>
                  <a:schemeClr val="tx2"/>
                </a:solidFill>
                <a:latin typeface="+mj-lt"/>
                <a:ea typeface="+mj-ea"/>
                <a:cs typeface="+mj-cs"/>
              </a:rPr>
              <a:t>:</a:t>
            </a:r>
          </a:p>
        </p:txBody>
      </p:sp>
      <p:pic>
        <p:nvPicPr>
          <p:cNvPr id="4" name="Picture 3">
            <a:extLst>
              <a:ext uri="{FF2B5EF4-FFF2-40B4-BE49-F238E27FC236}">
                <a16:creationId xmlns:a16="http://schemas.microsoft.com/office/drawing/2014/main" id="{7128BEBF-D04B-F9AF-D056-0E32EF1FCDFD}"/>
              </a:ext>
            </a:extLst>
          </p:cNvPr>
          <p:cNvPicPr>
            <a:picLocks noChangeAspect="1"/>
          </p:cNvPicPr>
          <p:nvPr/>
        </p:nvPicPr>
        <p:blipFill>
          <a:blip r:embed="rId3">
            <a:extLst>
              <a:ext uri="{28A0092B-C50C-407E-A947-70E740481C1C}">
                <a14:useLocalDpi xmlns:a14="http://schemas.microsoft.com/office/drawing/2010/main" val="0"/>
              </a:ext>
            </a:extLst>
          </a:blip>
          <a:srcRect t="2343" r="1" b="5647"/>
          <a:stretch>
            <a:fillRect/>
          </a:stretch>
        </p:blipFill>
        <p:spPr>
          <a:xfrm>
            <a:off x="4619544" y="609601"/>
            <a:ext cx="6924756" cy="5638797"/>
          </a:xfrm>
          <a:prstGeom prst="rect">
            <a:avLst/>
          </a:prstGeom>
          <a:effectLst>
            <a:outerShdw blurRad="50800" dist="38100" dir="5400000" algn="t" rotWithShape="0">
              <a:prstClr val="black">
                <a:alpha val="43000"/>
              </a:prstClr>
            </a:outerShdw>
          </a:effectLst>
        </p:spPr>
      </p:pic>
      <p:sp>
        <p:nvSpPr>
          <p:cNvPr id="6" name="TextBox 5">
            <a:extLst>
              <a:ext uri="{FF2B5EF4-FFF2-40B4-BE49-F238E27FC236}">
                <a16:creationId xmlns:a16="http://schemas.microsoft.com/office/drawing/2014/main" id="{DAC6324E-1F5B-2918-75E0-D6C1E0A39FB6}"/>
              </a:ext>
            </a:extLst>
          </p:cNvPr>
          <p:cNvSpPr txBox="1"/>
          <p:nvPr/>
        </p:nvSpPr>
        <p:spPr>
          <a:xfrm>
            <a:off x="647701" y="2438401"/>
            <a:ext cx="3324141" cy="3809998"/>
          </a:xfrm>
          <a:prstGeom prst="rect">
            <a:avLst/>
          </a:prstGeom>
        </p:spPr>
        <p:txBody>
          <a:bodyPr vert="horz" lIns="91440" tIns="45720" rIns="91440" bIns="45720" rtlCol="0">
            <a:normAutofit/>
          </a:bodyPr>
          <a:lstStyle/>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Median quantity sold is around 3, indicating most sales occur at this level.</a:t>
            </a:r>
            <a:endParaRPr lang="en-US" dirty="0">
              <a:latin typeface="+mj-lt"/>
              <a:ea typeface="+mj-ea"/>
              <a:cs typeface="+mj-cs"/>
            </a:endParaRPr>
          </a:p>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The data is evenly spread between 1 and 5, showing balanced sales distribution.</a:t>
            </a:r>
            <a:endParaRPr lang="en-US" dirty="0">
              <a:latin typeface="+mj-lt"/>
              <a:ea typeface="+mj-ea"/>
              <a:cs typeface="+mj-cs"/>
            </a:endParaRPr>
          </a:p>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No outliers are present, indicating consistent and stable sales patterns</a:t>
            </a:r>
            <a:r>
              <a:rPr lang="en-US" dirty="0">
                <a:latin typeface="+mj-lt"/>
                <a:ea typeface="+mj-ea"/>
                <a:cs typeface="+mj-cs"/>
              </a:rPr>
              <a:t>.</a:t>
            </a:r>
          </a:p>
        </p:txBody>
      </p:sp>
    </p:spTree>
    <p:extLst>
      <p:ext uri="{BB962C8B-B14F-4D97-AF65-F5344CB8AC3E}">
        <p14:creationId xmlns:p14="http://schemas.microsoft.com/office/powerpoint/2010/main" val="103566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5" name="Picture 74">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6" name="Oval 7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77" name="Picture 7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8" name="Picture 7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79" name="Rectangle 7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0" name="Rectangle 79">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CAF394E-6AD9-384E-8841-CE7F8408FE6B}"/>
              </a:ext>
            </a:extLst>
          </p:cNvPr>
          <p:cNvSpPr txBox="1"/>
          <p:nvPr/>
        </p:nvSpPr>
        <p:spPr>
          <a:xfrm>
            <a:off x="643855" y="1447799"/>
            <a:ext cx="3108626" cy="1444752"/>
          </a:xfrm>
          <a:prstGeom prst="rect">
            <a:avLst/>
          </a:prstGeom>
        </p:spPr>
        <p:txBody>
          <a:bodyPr vert="horz" lIns="91440" tIns="45720" rIns="91440" bIns="45720" rtlCol="0" anchor="b">
            <a:normAutofit/>
          </a:bodyPr>
          <a:lstStyle/>
          <a:p>
            <a:pPr>
              <a:spcBef>
                <a:spcPct val="0"/>
              </a:spcBef>
              <a:spcAft>
                <a:spcPts val="600"/>
              </a:spcAft>
            </a:pPr>
            <a:r>
              <a:rPr lang="en-US" sz="3200" b="0" i="0" kern="1200">
                <a:solidFill>
                  <a:srgbClr val="EBEBEB"/>
                </a:solidFill>
                <a:latin typeface="+mj-lt"/>
                <a:ea typeface="+mj-ea"/>
                <a:cs typeface="+mj-cs"/>
              </a:rPr>
              <a:t>KEY INSIGHTS:</a:t>
            </a:r>
          </a:p>
        </p:txBody>
      </p:sp>
      <p:sp>
        <p:nvSpPr>
          <p:cNvPr id="81"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82" name="Freeform: Shape 81">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83" name="Rectangle 82">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TextBox 4">
            <a:extLst>
              <a:ext uri="{FF2B5EF4-FFF2-40B4-BE49-F238E27FC236}">
                <a16:creationId xmlns:a16="http://schemas.microsoft.com/office/drawing/2014/main" id="{2B537D2C-3299-11CB-D8B6-829DB76A6DC6}"/>
              </a:ext>
            </a:extLst>
          </p:cNvPr>
          <p:cNvSpPr txBox="1"/>
          <p:nvPr/>
        </p:nvSpPr>
        <p:spPr>
          <a:xfrm>
            <a:off x="643855" y="3072385"/>
            <a:ext cx="3108057" cy="2947415"/>
          </a:xfrm>
          <a:prstGeom prst="rect">
            <a:avLst/>
          </a:prstGeom>
        </p:spPr>
        <p:txBody>
          <a:bodyPr vert="horz" lIns="91440" tIns="45720" rIns="91440" bIns="45720" rtlCol="0">
            <a:normAutofit/>
          </a:bodyPr>
          <a:lstStyle/>
          <a:p>
            <a:pPr marL="342900" indent="-342900">
              <a:lnSpc>
                <a:spcPct val="90000"/>
              </a:lnSpc>
              <a:spcBef>
                <a:spcPts val="1000"/>
              </a:spcBef>
              <a:buClr>
                <a:schemeClr val="bg2">
                  <a:lumMod val="40000"/>
                  <a:lumOff val="60000"/>
                </a:schemeClr>
              </a:buClr>
              <a:buSzPct val="80000"/>
              <a:buFont typeface="Wingdings 3" charset="2"/>
              <a:buChar char=""/>
            </a:pPr>
            <a:r>
              <a:rPr lang="en-US" sz="1300">
                <a:solidFill>
                  <a:srgbClr val="FFFFFF"/>
                </a:solidFill>
                <a:latin typeface="+mj-lt"/>
                <a:ea typeface="+mj-ea"/>
                <a:cs typeface="+mj-cs"/>
              </a:rPr>
              <a:t>Ratings are distributed across all values (1 to 5), showing a wide range of customer feedback.</a:t>
            </a: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r>
              <a:rPr lang="en-US" sz="1300">
                <a:solidFill>
                  <a:srgbClr val="FFFFFF"/>
                </a:solidFill>
                <a:latin typeface="+mj-lt"/>
                <a:ea typeface="+mj-ea"/>
                <a:cs typeface="+mj-cs"/>
              </a:rPr>
              <a:t>Most ratings are concentrated around the middle (around 3), indicating average customer satisfaction.</a:t>
            </a: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r>
              <a:rPr lang="en-US" sz="1300">
                <a:solidFill>
                  <a:srgbClr val="FFFFFF"/>
                </a:solidFill>
                <a:latin typeface="+mj-lt"/>
                <a:ea typeface="+mj-ea"/>
                <a:cs typeface="+mj-cs"/>
              </a:rPr>
              <a:t>There is no extreme dominance of low or high ratings, suggesting balanced customer opinions.</a:t>
            </a: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30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DC35A02D-D74D-03E2-7522-7C1E52EA146C}"/>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5402703" y="1447799"/>
            <a:ext cx="5787343" cy="4572001"/>
          </a:xfrm>
          <a:prstGeom prst="rect">
            <a:avLst/>
          </a:prstGeom>
          <a:effectLst/>
        </p:spPr>
      </p:pic>
    </p:spTree>
    <p:extLst>
      <p:ext uri="{BB962C8B-B14F-4D97-AF65-F5344CB8AC3E}">
        <p14:creationId xmlns:p14="http://schemas.microsoft.com/office/powerpoint/2010/main" val="338624244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7" name="Picture 46">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49" name="Picture 48">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0" name="Picture 4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1" name="Rectangle 5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2" name="Rectangle 51">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8698A3-D512-6E6D-DB65-3E1726FD7B2F}"/>
              </a:ext>
            </a:extLst>
          </p:cNvPr>
          <p:cNvSpPr txBox="1"/>
          <p:nvPr/>
        </p:nvSpPr>
        <p:spPr>
          <a:xfrm>
            <a:off x="648929" y="629266"/>
            <a:ext cx="3505495" cy="1622321"/>
          </a:xfrm>
          <a:prstGeom prst="rect">
            <a:avLst/>
          </a:prstGeom>
        </p:spPr>
        <p:txBody>
          <a:bodyPr vert="horz" lIns="91440" tIns="45720" rIns="91440" bIns="45720" rtlCol="0" anchor="t">
            <a:normAutofit/>
          </a:bodyPr>
          <a:lstStyle/>
          <a:p>
            <a:pPr>
              <a:spcBef>
                <a:spcPct val="0"/>
              </a:spcBef>
              <a:spcAft>
                <a:spcPts val="600"/>
              </a:spcAft>
            </a:pPr>
            <a:r>
              <a:rPr lang="en-US" sz="4200" b="0" i="0" kern="1200">
                <a:solidFill>
                  <a:srgbClr val="EBEBEB"/>
                </a:solidFill>
                <a:latin typeface="+mj-lt"/>
                <a:ea typeface="+mj-ea"/>
                <a:cs typeface="+mj-cs"/>
              </a:rPr>
              <a:t>KEY INSIGHTS:</a:t>
            </a:r>
          </a:p>
        </p:txBody>
      </p:sp>
      <p:sp>
        <p:nvSpPr>
          <p:cNvPr id="53" name="Rectangle 5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4"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CBCD197-0457-B2FA-3430-5401EAEF3169}"/>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5695742" y="965595"/>
            <a:ext cx="5439989" cy="4773591"/>
          </a:xfrm>
          <a:prstGeom prst="rect">
            <a:avLst/>
          </a:prstGeom>
          <a:effectLst/>
        </p:spPr>
      </p:pic>
      <p:sp>
        <p:nvSpPr>
          <p:cNvPr id="55" name="Rectangle 54">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TextBox 3">
            <a:extLst>
              <a:ext uri="{FF2B5EF4-FFF2-40B4-BE49-F238E27FC236}">
                <a16:creationId xmlns:a16="http://schemas.microsoft.com/office/drawing/2014/main" id="{982896FD-A3AE-5CD1-E67F-E7FC897DDFC6}"/>
              </a:ext>
            </a:extLst>
          </p:cNvPr>
          <p:cNvSpPr txBox="1"/>
          <p:nvPr/>
        </p:nvSpPr>
        <p:spPr>
          <a:xfrm>
            <a:off x="648931" y="2438400"/>
            <a:ext cx="3505494" cy="3785419"/>
          </a:xfrm>
          <a:prstGeom prst="rect">
            <a:avLst/>
          </a:prstGeom>
        </p:spPr>
        <p:txBody>
          <a:bodyPr vert="horz" lIns="91440" tIns="45720" rIns="91440" bIns="45720" rtlCol="0">
            <a:normAutofit/>
          </a:bodyPr>
          <a:lstStyle/>
          <a:p>
            <a:pPr marL="342900" indent="-342900">
              <a:lnSpc>
                <a:spcPct val="90000"/>
              </a:lnSpc>
              <a:spcBef>
                <a:spcPts val="1000"/>
              </a:spcBef>
              <a:buClr>
                <a:schemeClr val="bg2">
                  <a:lumMod val="40000"/>
                  <a:lumOff val="60000"/>
                </a:schemeClr>
              </a:buClr>
              <a:buSzPct val="80000"/>
              <a:buFont typeface="Wingdings 3" charset="2"/>
              <a:buChar char=""/>
            </a:pPr>
            <a:r>
              <a:rPr lang="en-US" sz="1500">
                <a:solidFill>
                  <a:srgbClr val="FFFFFF"/>
                </a:solidFill>
                <a:latin typeface="+mj-lt"/>
                <a:ea typeface="+mj-ea"/>
                <a:cs typeface="+mj-cs"/>
              </a:rPr>
              <a:t>All payment methods are almost equally used, each contributing around 20%.</a:t>
            </a:r>
          </a:p>
          <a:p>
            <a:pPr marL="342900" indent="-342900">
              <a:lnSpc>
                <a:spcPct val="90000"/>
              </a:lnSpc>
              <a:spcBef>
                <a:spcPts val="1000"/>
              </a:spcBef>
              <a:buClr>
                <a:schemeClr val="bg2">
                  <a:lumMod val="40000"/>
                  <a:lumOff val="60000"/>
                </a:schemeClr>
              </a:buClr>
              <a:buSzPct val="80000"/>
              <a:buFont typeface="Wingdings 3" charset="2"/>
              <a:buChar char=""/>
            </a:pPr>
            <a:endParaRPr lang="en-US" sz="15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r>
              <a:rPr lang="en-US" sz="1500">
                <a:solidFill>
                  <a:srgbClr val="FFFFFF"/>
                </a:solidFill>
                <a:latin typeface="+mj-lt"/>
                <a:ea typeface="+mj-ea"/>
                <a:cs typeface="+mj-cs"/>
              </a:rPr>
              <a:t>UPI and Wallet have a slightly higher share, indicating growing preference for digital payments.</a:t>
            </a:r>
          </a:p>
          <a:p>
            <a:pPr marL="342900" indent="-342900">
              <a:lnSpc>
                <a:spcPct val="90000"/>
              </a:lnSpc>
              <a:spcBef>
                <a:spcPts val="1000"/>
              </a:spcBef>
              <a:buClr>
                <a:schemeClr val="bg2">
                  <a:lumMod val="40000"/>
                  <a:lumOff val="60000"/>
                </a:schemeClr>
              </a:buClr>
              <a:buSzPct val="80000"/>
              <a:buFont typeface="Wingdings 3" charset="2"/>
              <a:buChar char=""/>
            </a:pPr>
            <a:endParaRPr lang="en-US" sz="15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r>
              <a:rPr lang="en-US" sz="1500">
                <a:solidFill>
                  <a:srgbClr val="FFFFFF"/>
                </a:solidFill>
                <a:latin typeface="+mj-lt"/>
                <a:ea typeface="+mj-ea"/>
                <a:cs typeface="+mj-cs"/>
              </a:rPr>
              <a:t>No single payment method dominates, showing a balanced payment behavior among customers.</a:t>
            </a:r>
          </a:p>
        </p:txBody>
      </p:sp>
    </p:spTree>
    <p:extLst>
      <p:ext uri="{BB962C8B-B14F-4D97-AF65-F5344CB8AC3E}">
        <p14:creationId xmlns:p14="http://schemas.microsoft.com/office/powerpoint/2010/main" val="1864857620"/>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09C8106D-AB5A-1EF3-73EE-873F41A280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BED520-769F-BC63-0416-0AD8019E3F7F}"/>
              </a:ext>
            </a:extLst>
          </p:cNvPr>
          <p:cNvSpPr txBox="1"/>
          <p:nvPr/>
        </p:nvSpPr>
        <p:spPr>
          <a:xfrm>
            <a:off x="650669" y="629266"/>
            <a:ext cx="3330328" cy="1641986"/>
          </a:xfrm>
          <a:prstGeom prst="rect">
            <a:avLst/>
          </a:prstGeom>
        </p:spPr>
        <p:txBody>
          <a:bodyPr vert="horz" lIns="91440" tIns="45720" rIns="91440" bIns="45720" rtlCol="0" anchor="t">
            <a:normAutofit/>
          </a:bodyPr>
          <a:lstStyle/>
          <a:p>
            <a:pPr>
              <a:spcBef>
                <a:spcPct val="0"/>
              </a:spcBef>
              <a:spcAft>
                <a:spcPts val="600"/>
              </a:spcAft>
            </a:pPr>
            <a:r>
              <a:rPr lang="en-US" sz="4200">
                <a:solidFill>
                  <a:schemeClr val="tx2"/>
                </a:solidFill>
                <a:latin typeface="+mj-lt"/>
                <a:ea typeface="+mj-ea"/>
                <a:cs typeface="+mj-cs"/>
              </a:rPr>
              <a:t>KEY INSIGHTS:</a:t>
            </a:r>
          </a:p>
        </p:txBody>
      </p:sp>
      <p:pic>
        <p:nvPicPr>
          <p:cNvPr id="2" name="Picture 1">
            <a:extLst>
              <a:ext uri="{FF2B5EF4-FFF2-40B4-BE49-F238E27FC236}">
                <a16:creationId xmlns:a16="http://schemas.microsoft.com/office/drawing/2014/main" id="{5097FB08-C78D-EF7A-A1D1-84731DD1CE97}"/>
              </a:ext>
            </a:extLst>
          </p:cNvPr>
          <p:cNvPicPr>
            <a:picLocks noChangeAspect="1"/>
          </p:cNvPicPr>
          <p:nvPr/>
        </p:nvPicPr>
        <p:blipFill>
          <a:blip r:embed="rId3">
            <a:extLst>
              <a:ext uri="{28A0092B-C50C-407E-A947-70E740481C1C}">
                <a14:useLocalDpi xmlns:a14="http://schemas.microsoft.com/office/drawing/2010/main" val="0"/>
              </a:ext>
            </a:extLst>
          </a:blip>
          <a:srcRect t="1099" b="1099"/>
          <a:stretch/>
        </p:blipFill>
        <p:spPr>
          <a:xfrm>
            <a:off x="5974936" y="1474305"/>
            <a:ext cx="4879618" cy="3909399"/>
          </a:xfrm>
          <a:prstGeom prst="rect">
            <a:avLst/>
          </a:prstGeom>
        </p:spPr>
      </p:pic>
      <p:sp>
        <p:nvSpPr>
          <p:cNvPr id="4" name="TextBox 3">
            <a:extLst>
              <a:ext uri="{FF2B5EF4-FFF2-40B4-BE49-F238E27FC236}">
                <a16:creationId xmlns:a16="http://schemas.microsoft.com/office/drawing/2014/main" id="{B5CFD790-1D82-E45F-BE67-0C36BFC368C6}"/>
              </a:ext>
            </a:extLst>
          </p:cNvPr>
          <p:cNvSpPr txBox="1"/>
          <p:nvPr/>
        </p:nvSpPr>
        <p:spPr>
          <a:xfrm>
            <a:off x="650669" y="2438400"/>
            <a:ext cx="3330328" cy="3809999"/>
          </a:xfrm>
          <a:prstGeom prst="rect">
            <a:avLst/>
          </a:prstGeom>
        </p:spPr>
        <p:txBody>
          <a:bodyPr vert="horz" lIns="91440" tIns="45720" rIns="91440" bIns="45720" rtlCol="0">
            <a:normAutofit/>
          </a:bodyPr>
          <a:lstStyle/>
          <a:p>
            <a:pPr marL="342900" indent="-342900">
              <a:lnSpc>
                <a:spcPct val="90000"/>
              </a:lnSpc>
              <a:spcBef>
                <a:spcPts val="1000"/>
              </a:spcBef>
              <a:buClr>
                <a:schemeClr val="bg2">
                  <a:lumMod val="40000"/>
                  <a:lumOff val="60000"/>
                </a:schemeClr>
              </a:buClr>
              <a:buSzPct val="80000"/>
              <a:buFont typeface="Wingdings 3" charset="2"/>
              <a:buChar char=""/>
            </a:pPr>
            <a:r>
              <a:rPr lang="en-US">
                <a:latin typeface="+mj-lt"/>
                <a:ea typeface="+mj-ea"/>
                <a:cs typeface="+mj-cs"/>
              </a:rPr>
              <a:t>All product categories generate almost similar revenue, indicating balanced performance across categories.</a:t>
            </a:r>
          </a:p>
          <a:p>
            <a:pPr marL="342900" indent="-342900">
              <a:lnSpc>
                <a:spcPct val="90000"/>
              </a:lnSpc>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r>
              <a:rPr lang="en-US">
                <a:latin typeface="+mj-lt"/>
                <a:ea typeface="+mj-ea"/>
                <a:cs typeface="+mj-cs"/>
              </a:rPr>
              <a:t>Beauty category shows slightly higher revenue compared to others.</a:t>
            </a:r>
          </a:p>
          <a:p>
            <a:pPr marL="342900" indent="-342900">
              <a:lnSpc>
                <a:spcPct val="90000"/>
              </a:lnSpc>
              <a:spcBef>
                <a:spcPts val="1000"/>
              </a:spcBef>
              <a:buClr>
                <a:schemeClr val="bg2">
                  <a:lumMod val="40000"/>
                  <a:lumOff val="60000"/>
                </a:schemeClr>
              </a:buClr>
              <a:buSzPct val="80000"/>
              <a:buFont typeface="Wingdings 3" charset="2"/>
              <a:buChar char=""/>
            </a:pPr>
            <a:r>
              <a:rPr lang="en-US">
                <a:latin typeface="+mj-lt"/>
                <a:ea typeface="+mj-ea"/>
                <a:cs typeface="+mj-cs"/>
              </a:rPr>
              <a:t>No category significantly underperforms, showing stable and diversified revenue sources.</a:t>
            </a:r>
          </a:p>
        </p:txBody>
      </p:sp>
    </p:spTree>
    <p:extLst>
      <p:ext uri="{BB962C8B-B14F-4D97-AF65-F5344CB8AC3E}">
        <p14:creationId xmlns:p14="http://schemas.microsoft.com/office/powerpoint/2010/main" val="309916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F84F36DA-625F-07DB-1506-02309462E5D2}"/>
              </a:ext>
            </a:extLst>
          </p:cNvPr>
          <p:cNvSpPr txBox="1"/>
          <p:nvPr/>
        </p:nvSpPr>
        <p:spPr>
          <a:xfrm>
            <a:off x="5938576" y="3096691"/>
            <a:ext cx="3203138" cy="1477328"/>
          </a:xfrm>
          <a:prstGeom prst="rect">
            <a:avLst/>
          </a:prstGeom>
          <a:noFill/>
        </p:spPr>
        <p:txBody>
          <a:bodyPr wrap="square">
            <a:spAutoFit/>
          </a:bodyPr>
          <a:lstStyle/>
          <a:p>
            <a:r>
              <a:rPr lang="en-GB" dirty="0"/>
              <a:t>There is no extreme dominance of low or </a:t>
            </a:r>
            <a:r>
              <a:rPr lang="en-GB" dirty="0" err="1"/>
              <a:t>hratings</a:t>
            </a:r>
            <a:r>
              <a:rPr lang="en-GB" dirty="0"/>
              <a:t>, suggesting balanced customer opinions.</a:t>
            </a:r>
            <a:endParaRPr lang="en-IN" dirty="0"/>
          </a:p>
        </p:txBody>
      </p:sp>
      <p:sp>
        <p:nvSpPr>
          <p:cNvPr id="23" name="TextBox 22">
            <a:extLst>
              <a:ext uri="{FF2B5EF4-FFF2-40B4-BE49-F238E27FC236}">
                <a16:creationId xmlns:a16="http://schemas.microsoft.com/office/drawing/2014/main" id="{A53A89E1-8400-1513-F002-7A4584138D59}"/>
              </a:ext>
            </a:extLst>
          </p:cNvPr>
          <p:cNvSpPr txBox="1"/>
          <p:nvPr/>
        </p:nvSpPr>
        <p:spPr>
          <a:xfrm>
            <a:off x="648930" y="629266"/>
            <a:ext cx="3322912" cy="1641987"/>
          </a:xfrm>
          <a:prstGeom prst="rect">
            <a:avLst/>
          </a:prstGeom>
        </p:spPr>
        <p:txBody>
          <a:bodyPr vert="horz" lIns="91440" tIns="45720" rIns="91440" bIns="45720" rtlCol="0" anchor="t">
            <a:normAutofit/>
          </a:bodyPr>
          <a:lstStyle/>
          <a:p>
            <a:pPr>
              <a:spcBef>
                <a:spcPct val="0"/>
              </a:spcBef>
              <a:spcAft>
                <a:spcPts val="600"/>
              </a:spcAft>
            </a:pPr>
            <a:r>
              <a:rPr lang="en-US" sz="4200" dirty="0">
                <a:solidFill>
                  <a:schemeClr val="bg2">
                    <a:lumMod val="40000"/>
                    <a:lumOff val="60000"/>
                  </a:schemeClr>
                </a:solidFill>
                <a:latin typeface="+mj-lt"/>
                <a:ea typeface="+mj-ea"/>
                <a:cs typeface="+mj-cs"/>
              </a:rPr>
              <a:t>KEY INSIGHTS</a:t>
            </a:r>
            <a:r>
              <a:rPr lang="en-US" sz="4200" dirty="0">
                <a:solidFill>
                  <a:schemeClr val="tx2"/>
                </a:solidFill>
                <a:latin typeface="+mj-lt"/>
                <a:ea typeface="+mj-ea"/>
                <a:cs typeface="+mj-cs"/>
              </a:rPr>
              <a:t>:</a:t>
            </a:r>
          </a:p>
        </p:txBody>
      </p:sp>
      <p:pic>
        <p:nvPicPr>
          <p:cNvPr id="24" name="Picture 23">
            <a:extLst>
              <a:ext uri="{FF2B5EF4-FFF2-40B4-BE49-F238E27FC236}">
                <a16:creationId xmlns:a16="http://schemas.microsoft.com/office/drawing/2014/main" id="{FF8B21D8-83A6-A367-86BC-6CF631574412}"/>
              </a:ext>
            </a:extLst>
          </p:cNvPr>
          <p:cNvPicPr>
            <a:picLocks noChangeAspect="1"/>
          </p:cNvPicPr>
          <p:nvPr/>
        </p:nvPicPr>
        <p:blipFill>
          <a:blip r:embed="rId2">
            <a:extLst>
              <a:ext uri="{28A0092B-C50C-407E-A947-70E740481C1C}">
                <a14:useLocalDpi xmlns:a14="http://schemas.microsoft.com/office/drawing/2010/main" val="0"/>
              </a:ext>
            </a:extLst>
          </a:blip>
          <a:srcRect l="2690" r="2690"/>
          <a:stretch/>
        </p:blipFill>
        <p:spPr>
          <a:xfrm>
            <a:off x="4612192" y="1406769"/>
            <a:ext cx="6561575" cy="4992354"/>
          </a:xfrm>
          <a:prstGeom prst="rect">
            <a:avLst/>
          </a:prstGeom>
          <a:effectLst>
            <a:outerShdw blurRad="50800" dist="38100" dir="5400000" algn="t" rotWithShape="0">
              <a:prstClr val="black">
                <a:alpha val="43000"/>
              </a:prstClr>
            </a:outerShdw>
          </a:effectLst>
        </p:spPr>
      </p:pic>
      <p:sp>
        <p:nvSpPr>
          <p:cNvPr id="26" name="TextBox 25">
            <a:extLst>
              <a:ext uri="{FF2B5EF4-FFF2-40B4-BE49-F238E27FC236}">
                <a16:creationId xmlns:a16="http://schemas.microsoft.com/office/drawing/2014/main" id="{1FE62A15-9298-2AE1-DD38-52518CA82060}"/>
              </a:ext>
            </a:extLst>
          </p:cNvPr>
          <p:cNvSpPr txBox="1"/>
          <p:nvPr/>
        </p:nvSpPr>
        <p:spPr>
          <a:xfrm>
            <a:off x="647701" y="2438401"/>
            <a:ext cx="3324141" cy="3809998"/>
          </a:xfrm>
          <a:prstGeom prst="rect">
            <a:avLst/>
          </a:prstGeom>
        </p:spPr>
        <p:txBody>
          <a:bodyPr vert="horz" lIns="91440" tIns="45720" rIns="91440" bIns="45720" rtlCol="0">
            <a:normAutofit lnSpcReduction="10000"/>
          </a:bodyPr>
          <a:lstStyle/>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All product categories have almost equal sales count, showing balanced demand across categories.</a:t>
            </a:r>
            <a:endParaRPr lang="en-US" dirty="0">
              <a:latin typeface="+mj-lt"/>
              <a:ea typeface="+mj-ea"/>
              <a:cs typeface="+mj-cs"/>
            </a:endParaRPr>
          </a:p>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Beauty category has slightly higher sales compared to others..</a:t>
            </a:r>
            <a:endParaRPr lang="en-US" dirty="0">
              <a:latin typeface="+mj-lt"/>
              <a:ea typeface="+mj-ea"/>
              <a:cs typeface="+mj-cs"/>
            </a:endParaRPr>
          </a:p>
          <a:p>
            <a:pPr marL="342900" indent="-342900">
              <a:spcBef>
                <a:spcPts val="1000"/>
              </a:spcBef>
              <a:buClr>
                <a:schemeClr val="bg2">
                  <a:lumMod val="40000"/>
                  <a:lumOff val="60000"/>
                </a:schemeClr>
              </a:buClr>
              <a:buSzPct val="80000"/>
              <a:buFont typeface="Wingdings" panose="05000000000000000000" pitchFamily="2" charset="2"/>
              <a:buChar char="q"/>
            </a:pPr>
            <a:r>
              <a:rPr lang="en-GB" dirty="0"/>
              <a:t>No category shows low sales, indicating consistent product performance across all categories.</a:t>
            </a:r>
            <a:r>
              <a:rPr lang="en-US" dirty="0">
                <a:latin typeface="+mj-lt"/>
                <a:ea typeface="+mj-ea"/>
                <a:cs typeface="+mj-cs"/>
              </a:rPr>
              <a:t>.</a:t>
            </a:r>
          </a:p>
        </p:txBody>
      </p:sp>
    </p:spTree>
    <p:extLst>
      <p:ext uri="{BB962C8B-B14F-4D97-AF65-F5344CB8AC3E}">
        <p14:creationId xmlns:p14="http://schemas.microsoft.com/office/powerpoint/2010/main" val="402387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7" name="Picture 16">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8" name="Oval 1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0" name="Picture 1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2" name="Picture 2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4" name="Rectangle 2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87A29D5-34D6-08CC-0D30-409BAD7C4000}"/>
              </a:ext>
            </a:extLst>
          </p:cNvPr>
          <p:cNvSpPr txBox="1"/>
          <p:nvPr/>
        </p:nvSpPr>
        <p:spPr>
          <a:xfrm>
            <a:off x="648931" y="629266"/>
            <a:ext cx="4166510" cy="1622321"/>
          </a:xfrm>
          <a:prstGeom prst="rect">
            <a:avLst/>
          </a:prstGeom>
        </p:spPr>
        <p:txBody>
          <a:bodyPr vert="horz" lIns="91440" tIns="45720" rIns="91440" bIns="45720" rtlCol="0" anchor="t">
            <a:normAutofit/>
          </a:bodyPr>
          <a:lstStyle/>
          <a:p>
            <a:pPr>
              <a:spcBef>
                <a:spcPct val="0"/>
              </a:spcBef>
              <a:spcAft>
                <a:spcPts val="600"/>
              </a:spcAft>
            </a:pPr>
            <a:r>
              <a:rPr lang="en-US" sz="4200" b="0" i="0" kern="1200">
                <a:solidFill>
                  <a:srgbClr val="EBEBEB"/>
                </a:solidFill>
                <a:latin typeface="+mj-lt"/>
                <a:ea typeface="+mj-ea"/>
                <a:cs typeface="+mj-cs"/>
              </a:rPr>
              <a:t>KEY INSIGHTS:</a:t>
            </a:r>
          </a:p>
        </p:txBody>
      </p:sp>
      <p:sp>
        <p:nvSpPr>
          <p:cNvPr id="28"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0" name="Freeform: Shape 29">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pic>
        <p:nvPicPr>
          <p:cNvPr id="14" name="Picture 13">
            <a:extLst>
              <a:ext uri="{FF2B5EF4-FFF2-40B4-BE49-F238E27FC236}">
                <a16:creationId xmlns:a16="http://schemas.microsoft.com/office/drawing/2014/main" id="{418A3666-AE20-9C86-47F8-FD578D753025}"/>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6093992" y="655518"/>
            <a:ext cx="5449889" cy="5546961"/>
          </a:xfrm>
          <a:prstGeom prst="rect">
            <a:avLst/>
          </a:prstGeom>
          <a:effectLst/>
        </p:spPr>
      </p:pic>
      <p:sp>
        <p:nvSpPr>
          <p:cNvPr id="32" name="Rectangle 31">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TextBox 12">
            <a:extLst>
              <a:ext uri="{FF2B5EF4-FFF2-40B4-BE49-F238E27FC236}">
                <a16:creationId xmlns:a16="http://schemas.microsoft.com/office/drawing/2014/main" id="{4C229932-FA33-DA8B-0985-F103B456C756}"/>
              </a:ext>
            </a:extLst>
          </p:cNvPr>
          <p:cNvSpPr txBox="1"/>
          <p:nvPr/>
        </p:nvSpPr>
        <p:spPr>
          <a:xfrm>
            <a:off x="648931" y="2438400"/>
            <a:ext cx="4166509" cy="3785419"/>
          </a:xfrm>
          <a:prstGeom prst="rect">
            <a:avLst/>
          </a:prstGeom>
        </p:spPr>
        <p:txBody>
          <a:bodyPr vert="horz" lIns="91440" tIns="45720" rIns="91440" bIns="45720" rtlCol="0">
            <a:normAutofit/>
          </a:bodyPr>
          <a:lstStyle/>
          <a:p>
            <a:pPr marL="342900" indent="-342900">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Revenue is almost equally distributed across all regions, showing balanced market performance.</a:t>
            </a:r>
          </a:p>
          <a:p>
            <a:pPr marL="342900" indent="-342900">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Middle East and North America generate slightly higher revenue compared to other regions.</a:t>
            </a:r>
          </a:p>
          <a:p>
            <a:pPr marL="342900" indent="-342900">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No region significantly underperforms, indicating stable and consistent global sales. </a:t>
            </a:r>
          </a:p>
          <a:p>
            <a:pPr marL="342900" indent="-342900">
              <a:spcBef>
                <a:spcPts val="1000"/>
              </a:spcBef>
              <a:buClr>
                <a:schemeClr val="bg2">
                  <a:lumMod val="40000"/>
                  <a:lumOff val="60000"/>
                </a:schemeClr>
              </a:buClr>
              <a:buSzPct val="80000"/>
              <a:buFont typeface="Wingdings 3" charset="2"/>
              <a:buChar char=""/>
            </a:pPr>
            <a:endParaRPr lang="en-US">
              <a:solidFill>
                <a:srgbClr val="EBEBEB"/>
              </a:solidFill>
              <a:latin typeface="+mj-lt"/>
              <a:ea typeface="+mj-ea"/>
              <a:cs typeface="+mj-cs"/>
            </a:endParaRPr>
          </a:p>
          <a:p>
            <a:pPr marL="342900" indent="-342900">
              <a:spcBef>
                <a:spcPts val="1000"/>
              </a:spcBef>
              <a:buClr>
                <a:schemeClr val="bg2">
                  <a:lumMod val="40000"/>
                  <a:lumOff val="60000"/>
                </a:schemeClr>
              </a:buClr>
              <a:buSzPct val="80000"/>
              <a:buFont typeface="Wingdings 3" charset="2"/>
              <a:buChar char=""/>
            </a:pPr>
            <a:endParaRPr lang="en-US">
              <a:solidFill>
                <a:srgbClr val="EBEBEB"/>
              </a:solidFill>
              <a:latin typeface="+mj-lt"/>
              <a:ea typeface="+mj-ea"/>
              <a:cs typeface="+mj-cs"/>
            </a:endParaRPr>
          </a:p>
          <a:p>
            <a:pPr marL="342900" indent="-342900">
              <a:spcBef>
                <a:spcPts val="1000"/>
              </a:spcBef>
              <a:buClr>
                <a:schemeClr val="bg2">
                  <a:lumMod val="40000"/>
                  <a:lumOff val="60000"/>
                </a:schemeClr>
              </a:buClr>
              <a:buSzPct val="80000"/>
              <a:buFont typeface="Wingdings 3" charset="2"/>
              <a:buChar char=""/>
            </a:pPr>
            <a:endParaRPr lang="en-US">
              <a:solidFill>
                <a:srgbClr val="EBEBEB"/>
              </a:solidFill>
              <a:latin typeface="+mj-lt"/>
              <a:ea typeface="+mj-ea"/>
              <a:cs typeface="+mj-cs"/>
            </a:endParaRPr>
          </a:p>
          <a:p>
            <a:pPr marL="342900" indent="-342900">
              <a:spcBef>
                <a:spcPts val="1000"/>
              </a:spcBef>
              <a:buClr>
                <a:schemeClr val="bg2">
                  <a:lumMod val="40000"/>
                  <a:lumOff val="60000"/>
                </a:schemeClr>
              </a:buClr>
              <a:buSzPct val="80000"/>
              <a:buFont typeface="Wingdings 3" charset="2"/>
              <a:buChar char=""/>
            </a:pPr>
            <a:endParaRPr lang="en-US">
              <a:solidFill>
                <a:srgbClr val="EBEBEB"/>
              </a:solidFill>
              <a:latin typeface="+mj-lt"/>
              <a:ea typeface="+mj-ea"/>
              <a:cs typeface="+mj-cs"/>
            </a:endParaRPr>
          </a:p>
        </p:txBody>
      </p:sp>
    </p:spTree>
    <p:extLst>
      <p:ext uri="{BB962C8B-B14F-4D97-AF65-F5344CB8AC3E}">
        <p14:creationId xmlns:p14="http://schemas.microsoft.com/office/powerpoint/2010/main" val="2735136360"/>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8" name="Picture 1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 name="Oval 1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2" name="Picture 21">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 name="Picture 23">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1F2305B-4B5F-B76B-1DC6-55BF3592814D}"/>
              </a:ext>
            </a:extLst>
          </p:cNvPr>
          <p:cNvSpPr txBox="1"/>
          <p:nvPr/>
        </p:nvSpPr>
        <p:spPr>
          <a:xfrm>
            <a:off x="648929" y="629266"/>
            <a:ext cx="3505495" cy="1622321"/>
          </a:xfrm>
          <a:prstGeom prst="rect">
            <a:avLst/>
          </a:prstGeom>
        </p:spPr>
        <p:txBody>
          <a:bodyPr vert="horz" lIns="91440" tIns="45720" rIns="91440" bIns="45720" rtlCol="0" anchor="t">
            <a:normAutofit/>
          </a:bodyPr>
          <a:lstStyle/>
          <a:p>
            <a:pPr>
              <a:spcBef>
                <a:spcPct val="0"/>
              </a:spcBef>
              <a:spcAft>
                <a:spcPts val="600"/>
              </a:spcAft>
            </a:pPr>
            <a:r>
              <a:rPr lang="en-US" sz="4200" b="0" i="0" kern="1200">
                <a:solidFill>
                  <a:srgbClr val="EBEBEB"/>
                </a:solidFill>
                <a:latin typeface="+mj-lt"/>
                <a:ea typeface="+mj-ea"/>
                <a:cs typeface="+mj-cs"/>
              </a:rPr>
              <a:t>KEY INSIGHTS:</a:t>
            </a:r>
            <a:endParaRPr lang="en-US" sz="4200" b="0" i="0" kern="1200" dirty="0">
              <a:solidFill>
                <a:srgbClr val="EBEBEB"/>
              </a:solidFill>
              <a:latin typeface="+mj-lt"/>
              <a:ea typeface="+mj-ea"/>
              <a:cs typeface="+mj-cs"/>
            </a:endParaRPr>
          </a:p>
        </p:txBody>
      </p:sp>
      <p:sp>
        <p:nvSpPr>
          <p:cNvPr id="30" name="Rectangle 29">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3DBFB6A-F8C5-1A81-D934-466A5F797F0F}"/>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5608319" y="1071364"/>
            <a:ext cx="5614835" cy="4562053"/>
          </a:xfrm>
          <a:prstGeom prst="rect">
            <a:avLst/>
          </a:prstGeom>
          <a:effectLst/>
        </p:spPr>
      </p:pic>
      <p:sp>
        <p:nvSpPr>
          <p:cNvPr id="43" name="Rectangle 42">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TextBox 12">
            <a:extLst>
              <a:ext uri="{FF2B5EF4-FFF2-40B4-BE49-F238E27FC236}">
                <a16:creationId xmlns:a16="http://schemas.microsoft.com/office/drawing/2014/main" id="{AB996237-2193-10BC-F461-7026539B603D}"/>
              </a:ext>
            </a:extLst>
          </p:cNvPr>
          <p:cNvSpPr txBox="1"/>
          <p:nvPr/>
        </p:nvSpPr>
        <p:spPr>
          <a:xfrm>
            <a:off x="648931" y="2438400"/>
            <a:ext cx="3505494" cy="3785419"/>
          </a:xfrm>
          <a:prstGeom prst="rect">
            <a:avLst/>
          </a:prstGeom>
        </p:spPr>
        <p:txBody>
          <a:bodyPr vert="horz" lIns="91440" tIns="45720" rIns="91440" bIns="45720" rtlCol="0">
            <a:normAutofit/>
          </a:bodyPr>
          <a:lstStyle/>
          <a:p>
            <a:pPr marL="342900" indent="-342900">
              <a:lnSpc>
                <a:spcPct val="90000"/>
              </a:lnSpc>
              <a:spcBef>
                <a:spcPts val="1000"/>
              </a:spcBef>
              <a:buClr>
                <a:schemeClr val="bg2">
                  <a:lumMod val="40000"/>
                  <a:lumOff val="60000"/>
                </a:schemeClr>
              </a:buClr>
              <a:buSzPct val="80000"/>
              <a:buFont typeface="Wingdings 3" charset="2"/>
              <a:buChar char=""/>
            </a:pPr>
            <a:r>
              <a:rPr lang="en-US" sz="1700">
                <a:solidFill>
                  <a:srgbClr val="FFFFFF"/>
                </a:solidFill>
                <a:latin typeface="+mj-lt"/>
                <a:ea typeface="+mj-ea"/>
                <a:cs typeface="+mj-cs"/>
              </a:rPr>
              <a:t>Revenue slightly increases from rating 2 to 4, indicating moderate ratings are associated with higher revenue..</a:t>
            </a:r>
          </a:p>
          <a:p>
            <a:pPr marL="342900" indent="-342900">
              <a:lnSpc>
                <a:spcPct val="90000"/>
              </a:lnSpc>
              <a:spcBef>
                <a:spcPts val="1000"/>
              </a:spcBef>
              <a:buClr>
                <a:schemeClr val="bg2">
                  <a:lumMod val="40000"/>
                  <a:lumOff val="60000"/>
                </a:schemeClr>
              </a:buClr>
              <a:buSzPct val="80000"/>
              <a:buFont typeface="Wingdings 3" charset="2"/>
              <a:buChar char=""/>
            </a:pPr>
            <a:r>
              <a:rPr lang="en-US" sz="1700">
                <a:solidFill>
                  <a:srgbClr val="FFFFFF"/>
                </a:solidFill>
                <a:latin typeface="+mj-lt"/>
                <a:ea typeface="+mj-ea"/>
                <a:cs typeface="+mj-cs"/>
              </a:rPr>
              <a:t>Rating 4 generates the highest revenue, showing peak performance at this level..</a:t>
            </a:r>
          </a:p>
          <a:p>
            <a:pPr marL="342900" indent="-342900">
              <a:lnSpc>
                <a:spcPct val="90000"/>
              </a:lnSpc>
              <a:spcBef>
                <a:spcPts val="1000"/>
              </a:spcBef>
              <a:buClr>
                <a:schemeClr val="bg2">
                  <a:lumMod val="40000"/>
                  <a:lumOff val="60000"/>
                </a:schemeClr>
              </a:buClr>
              <a:buSzPct val="80000"/>
              <a:buFont typeface="Wingdings 3" charset="2"/>
              <a:buChar char=""/>
            </a:pPr>
            <a:r>
              <a:rPr lang="en-US" sz="1700">
                <a:solidFill>
                  <a:srgbClr val="FFFFFF"/>
                </a:solidFill>
                <a:latin typeface="+mj-lt"/>
                <a:ea typeface="+mj-ea"/>
                <a:cs typeface="+mj-cs"/>
              </a:rPr>
              <a:t>Rating 5 shows a drop in revenue, indicating no strong positive relationship between highest ratings and revenue.. </a:t>
            </a:r>
          </a:p>
          <a:p>
            <a:pPr marL="342900" indent="-342900">
              <a:lnSpc>
                <a:spcPct val="90000"/>
              </a:lnSpc>
              <a:spcBef>
                <a:spcPts val="1000"/>
              </a:spcBef>
              <a:buClr>
                <a:schemeClr val="bg2">
                  <a:lumMod val="40000"/>
                  <a:lumOff val="60000"/>
                </a:schemeClr>
              </a:buClr>
              <a:buSzPct val="80000"/>
              <a:buFont typeface="Wingdings 3" charset="2"/>
              <a:buChar char=""/>
            </a:pPr>
            <a:endParaRPr lang="en-US" sz="17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7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700">
              <a:solidFill>
                <a:srgbClr val="FFFFFF"/>
              </a:solidFill>
              <a:latin typeface="+mj-lt"/>
              <a:ea typeface="+mj-ea"/>
              <a:cs typeface="+mj-cs"/>
            </a:endParaRPr>
          </a:p>
          <a:p>
            <a:pPr marL="342900" indent="-342900">
              <a:lnSpc>
                <a:spcPct val="90000"/>
              </a:lnSpc>
              <a:spcBef>
                <a:spcPts val="1000"/>
              </a:spcBef>
              <a:buClr>
                <a:schemeClr val="bg2">
                  <a:lumMod val="40000"/>
                  <a:lumOff val="60000"/>
                </a:schemeClr>
              </a:buClr>
              <a:buSzPct val="80000"/>
              <a:buFont typeface="Wingdings 3" charset="2"/>
              <a:buChar char=""/>
            </a:pPr>
            <a:endParaRPr lang="en-US" sz="1700">
              <a:solidFill>
                <a:srgbClr val="FFFFFF"/>
              </a:solidFill>
              <a:latin typeface="+mj-lt"/>
              <a:ea typeface="+mj-ea"/>
              <a:cs typeface="+mj-cs"/>
            </a:endParaRPr>
          </a:p>
        </p:txBody>
      </p:sp>
    </p:spTree>
    <p:extLst>
      <p:ext uri="{BB962C8B-B14F-4D97-AF65-F5344CB8AC3E}">
        <p14:creationId xmlns:p14="http://schemas.microsoft.com/office/powerpoint/2010/main" val="252784287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7BDEA2-45A2-B1B8-C32B-92E69212BA40}"/>
              </a:ext>
            </a:extLst>
          </p:cNvPr>
          <p:cNvSpPr txBox="1"/>
          <p:nvPr/>
        </p:nvSpPr>
        <p:spPr>
          <a:xfrm>
            <a:off x="402336" y="1197864"/>
            <a:ext cx="10994136" cy="4124206"/>
          </a:xfrm>
          <a:prstGeom prst="rect">
            <a:avLst/>
          </a:prstGeom>
          <a:noFill/>
        </p:spPr>
        <p:txBody>
          <a:bodyPr wrap="square" rtlCol="0">
            <a:spAutoFit/>
          </a:bodyPr>
          <a:lstStyle/>
          <a:p>
            <a:r>
              <a:rPr lang="en-IN" sz="2800" b="1" dirty="0"/>
              <a:t>CONCLUSION</a:t>
            </a:r>
            <a:r>
              <a:rPr lang="en-IN" dirty="0"/>
              <a:t>:</a:t>
            </a:r>
          </a:p>
          <a:p>
            <a:endParaRPr lang="en-IN" dirty="0"/>
          </a:p>
          <a:p>
            <a:pPr marL="1257300" lvl="2" indent="-342900">
              <a:buFont typeface="+mj-lt"/>
              <a:buAutoNum type="arabicParenR"/>
            </a:pPr>
            <a:r>
              <a:rPr lang="en-GB" dirty="0"/>
              <a:t>Sales and revenue are evenly distributed across all product categories, indicating balanced business performance.</a:t>
            </a:r>
            <a:br>
              <a:rPr lang="en-GB" dirty="0"/>
            </a:br>
            <a:endParaRPr lang="en-GB" dirty="0"/>
          </a:p>
          <a:p>
            <a:pPr marL="1257300" lvl="2" indent="-342900">
              <a:buFont typeface="+mj-lt"/>
              <a:buAutoNum type="arabicParenR"/>
            </a:pPr>
            <a:r>
              <a:rPr lang="en-GB" dirty="0"/>
              <a:t>Beauty category shows slightly higher revenue and sales compared to other categories.</a:t>
            </a:r>
          </a:p>
          <a:p>
            <a:pPr marL="1257300" lvl="2" indent="-342900">
              <a:buFont typeface="+mj-lt"/>
              <a:buAutoNum type="arabicParenR"/>
            </a:pPr>
            <a:endParaRPr lang="en-GB" dirty="0"/>
          </a:p>
          <a:p>
            <a:pPr marL="1257300" lvl="2" indent="-342900">
              <a:buFont typeface="+mj-lt"/>
              <a:buAutoNum type="arabicParenR"/>
            </a:pPr>
            <a:r>
              <a:rPr lang="en-GB" dirty="0"/>
              <a:t>Customer distribution and revenue across regions are balanced, with slight dominance in Middle East and North America.</a:t>
            </a:r>
          </a:p>
          <a:p>
            <a:pPr marL="1257300" lvl="2" indent="-342900">
              <a:buFont typeface="+mj-lt"/>
              <a:buAutoNum type="arabicParenR"/>
            </a:pPr>
            <a:endParaRPr lang="en-GB" dirty="0"/>
          </a:p>
          <a:p>
            <a:pPr marL="1257300" lvl="2" indent="-342900">
              <a:buFont typeface="+mj-lt"/>
              <a:buAutoNum type="arabicParenR"/>
            </a:pPr>
            <a:r>
              <a:rPr lang="en-GB" dirty="0"/>
              <a:t>Quantity sold strongly impacts revenue, while ratings do not show a strong influence on sales.</a:t>
            </a:r>
            <a:endParaRPr lang="en-IN" dirty="0"/>
          </a:p>
          <a:p>
            <a:endParaRPr lang="en-IN" dirty="0"/>
          </a:p>
        </p:txBody>
      </p:sp>
    </p:spTree>
    <p:extLst>
      <p:ext uri="{BB962C8B-B14F-4D97-AF65-F5344CB8AC3E}">
        <p14:creationId xmlns:p14="http://schemas.microsoft.com/office/powerpoint/2010/main" val="497174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96</TotalTime>
  <Words>552</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Century Gothic</vt:lpstr>
      <vt:lpstr>Wingdings</vt:lpstr>
      <vt:lpstr>Wingdings 3</vt:lpstr>
      <vt:lpstr>Ion</vt:lpstr>
      <vt:lpstr>Amazon Sales Data Analysis &amp; Business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SANJAI S</dc:creator>
  <cp:lastModifiedBy>SANJAI S</cp:lastModifiedBy>
  <cp:revision>1</cp:revision>
  <dcterms:created xsi:type="dcterms:W3CDTF">2026-03-30T12:01:59Z</dcterms:created>
  <dcterms:modified xsi:type="dcterms:W3CDTF">2026-03-30T13:38:01Z</dcterms:modified>
</cp:coreProperties>
</file>